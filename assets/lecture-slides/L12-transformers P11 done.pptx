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9"/>
  </p:notesMasterIdLst>
  <p:sldIdLst>
    <p:sldId id="352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35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Peng" userId="9a3a89ac-6dd8-4a6b-97d3-85a7a6a6f053" providerId="ADAL" clId="{098F8610-5319-4C72-BEB2-2C5DDC686FFD}"/>
    <pc:docChg chg="undo custSel addSld delSld modSld">
      <pc:chgData name="Richard Peng" userId="9a3a89ac-6dd8-4a6b-97d3-85a7a6a6f053" providerId="ADAL" clId="{098F8610-5319-4C72-BEB2-2C5DDC686FFD}" dt="2026-10-28T06:06:48.927" v="273"/>
      <pc:docMkLst>
        <pc:docMk/>
      </pc:docMkLst>
      <pc:sldChg chg="del">
        <pc:chgData name="Richard Peng" userId="9a3a89ac-6dd8-4a6b-97d3-85a7a6a6f053" providerId="ADAL" clId="{098F8610-5319-4C72-BEB2-2C5DDC686FFD}" dt="2026-10-28T05:13:26.908" v="35" actId="47"/>
        <pc:sldMkLst>
          <pc:docMk/>
          <pc:sldMk cId="0" sldId="256"/>
        </pc:sldMkLst>
      </pc:sldChg>
      <pc:sldChg chg="addSp mod">
        <pc:chgData name="Richard Peng" userId="9a3a89ac-6dd8-4a6b-97d3-85a7a6a6f053" providerId="ADAL" clId="{098F8610-5319-4C72-BEB2-2C5DDC686FFD}" dt="2026-10-28T05:17:08.102" v="36" actId="9405"/>
        <pc:sldMkLst>
          <pc:docMk/>
          <pc:sldMk cId="0" sldId="259"/>
        </pc:sldMkLst>
        <pc:inkChg chg="add">
          <ac:chgData name="Richard Peng" userId="9a3a89ac-6dd8-4a6b-97d3-85a7a6a6f053" providerId="ADAL" clId="{098F8610-5319-4C72-BEB2-2C5DDC686FFD}" dt="2026-10-28T05:17:08.102" v="36" actId="9405"/>
          <ac:inkMkLst>
            <pc:docMk/>
            <pc:sldMk cId="0" sldId="259"/>
            <ac:inkMk id="2" creationId="{ACB32173-E690-6811-FCAF-97C294BB793F}"/>
          </ac:inkMkLst>
        </pc:inkChg>
      </pc:sldChg>
      <pc:sldChg chg="modSp">
        <pc:chgData name="Richard Peng" userId="9a3a89ac-6dd8-4a6b-97d3-85a7a6a6f053" providerId="ADAL" clId="{098F8610-5319-4C72-BEB2-2C5DDC686FFD}" dt="2026-10-28T05:18:11.962" v="37" actId="13926"/>
        <pc:sldMkLst>
          <pc:docMk/>
          <pc:sldMk cId="0" sldId="260"/>
        </pc:sldMkLst>
        <pc:spChg chg="mod">
          <ac:chgData name="Richard Peng" userId="9a3a89ac-6dd8-4a6b-97d3-85a7a6a6f053" providerId="ADAL" clId="{098F8610-5319-4C72-BEB2-2C5DDC686FFD}" dt="2026-10-28T05:18:11.962" v="37" actId="13926"/>
          <ac:spMkLst>
            <pc:docMk/>
            <pc:sldMk cId="0" sldId="260"/>
            <ac:spMk id="201" creationId="{00000000-0000-0000-0000-000000000000}"/>
          </ac:spMkLst>
        </pc:spChg>
      </pc:sldChg>
      <pc:sldChg chg="del">
        <pc:chgData name="Richard Peng" userId="9a3a89ac-6dd8-4a6b-97d3-85a7a6a6f053" providerId="ADAL" clId="{098F8610-5319-4C72-BEB2-2C5DDC686FFD}" dt="2026-10-28T05:21:46.520" v="38" actId="47"/>
        <pc:sldMkLst>
          <pc:docMk/>
          <pc:sldMk cId="0" sldId="261"/>
        </pc:sldMkLst>
      </pc:sldChg>
      <pc:sldChg chg="modSp mod">
        <pc:chgData name="Richard Peng" userId="9a3a89ac-6dd8-4a6b-97d3-85a7a6a6f053" providerId="ADAL" clId="{098F8610-5319-4C72-BEB2-2C5DDC686FFD}" dt="2026-10-28T05:12:49.630" v="1" actId="27636"/>
        <pc:sldMkLst>
          <pc:docMk/>
          <pc:sldMk cId="0" sldId="262"/>
        </pc:sldMkLst>
        <pc:spChg chg="mod">
          <ac:chgData name="Richard Peng" userId="9a3a89ac-6dd8-4a6b-97d3-85a7a6a6f053" providerId="ADAL" clId="{098F8610-5319-4C72-BEB2-2C5DDC686FFD}" dt="2026-10-28T05:12:49.630" v="1" actId="27636"/>
          <ac:spMkLst>
            <pc:docMk/>
            <pc:sldMk cId="0" sldId="262"/>
            <ac:spMk id="225" creationId="{00000000-0000-0000-0000-000000000000}"/>
          </ac:spMkLst>
        </pc:spChg>
      </pc:sldChg>
      <pc:sldChg chg="addSp delSp modSp mod">
        <pc:chgData name="Richard Peng" userId="9a3a89ac-6dd8-4a6b-97d3-85a7a6a6f053" providerId="ADAL" clId="{098F8610-5319-4C72-BEB2-2C5DDC686FFD}" dt="2026-10-28T05:38:25.474" v="117" actId="1076"/>
        <pc:sldMkLst>
          <pc:docMk/>
          <pc:sldMk cId="0" sldId="263"/>
        </pc:sldMkLst>
        <pc:spChg chg="add mod">
          <ac:chgData name="Richard Peng" userId="9a3a89ac-6dd8-4a6b-97d3-85a7a6a6f053" providerId="ADAL" clId="{098F8610-5319-4C72-BEB2-2C5DDC686FFD}" dt="2026-10-28T05:24:35.803" v="50" actId="1076"/>
          <ac:spMkLst>
            <pc:docMk/>
            <pc:sldMk cId="0" sldId="263"/>
            <ac:spMk id="4" creationId="{6E8F7359-EFDE-338A-9421-F1D82D7F8A64}"/>
          </ac:spMkLst>
        </pc:spChg>
        <pc:spChg chg="add mod">
          <ac:chgData name="Richard Peng" userId="9a3a89ac-6dd8-4a6b-97d3-85a7a6a6f053" providerId="ADAL" clId="{098F8610-5319-4C72-BEB2-2C5DDC686FFD}" dt="2026-10-28T05:25:04.580" v="55" actId="571"/>
          <ac:spMkLst>
            <pc:docMk/>
            <pc:sldMk cId="0" sldId="263"/>
            <ac:spMk id="7" creationId="{29D39776-DA50-F32C-400A-7D72175A53B2}"/>
          </ac:spMkLst>
        </pc:spChg>
        <pc:grpChg chg="mod">
          <ac:chgData name="Richard Peng" userId="9a3a89ac-6dd8-4a6b-97d3-85a7a6a6f053" providerId="ADAL" clId="{098F8610-5319-4C72-BEB2-2C5DDC686FFD}" dt="2026-10-28T05:32:41.705" v="71"/>
          <ac:grpSpMkLst>
            <pc:docMk/>
            <pc:sldMk cId="0" sldId="263"/>
            <ac:grpSpMk id="19" creationId="{6609363B-7518-0DB7-7259-5A45442DA58F}"/>
          </ac:grpSpMkLst>
        </pc:grpChg>
        <pc:picChg chg="add mod">
          <ac:chgData name="Richard Peng" userId="9a3a89ac-6dd8-4a6b-97d3-85a7a6a6f053" providerId="ADAL" clId="{098F8610-5319-4C72-BEB2-2C5DDC686FFD}" dt="2026-10-28T05:24:26.576" v="42" actId="1076"/>
          <ac:picMkLst>
            <pc:docMk/>
            <pc:sldMk cId="0" sldId="263"/>
            <ac:picMk id="3" creationId="{C7CA5A01-DBDE-CFA3-3181-9E6A65FEBEE5}"/>
          </ac:picMkLst>
        </pc:picChg>
        <pc:picChg chg="add del mod">
          <ac:chgData name="Richard Peng" userId="9a3a89ac-6dd8-4a6b-97d3-85a7a6a6f053" providerId="ADAL" clId="{098F8610-5319-4C72-BEB2-2C5DDC686FFD}" dt="2026-10-28T05:25:22.108" v="56" actId="478"/>
          <ac:picMkLst>
            <pc:docMk/>
            <pc:sldMk cId="0" sldId="263"/>
            <ac:picMk id="6" creationId="{5A31C06C-61C1-AF83-E77F-C67B97D3FE9F}"/>
          </ac:picMkLst>
        </pc:picChg>
        <pc:picChg chg="add mod">
          <ac:chgData name="Richard Peng" userId="9a3a89ac-6dd8-4a6b-97d3-85a7a6a6f053" providerId="ADAL" clId="{098F8610-5319-4C72-BEB2-2C5DDC686FFD}" dt="2026-10-28T05:25:28.220" v="59" actId="1076"/>
          <ac:picMkLst>
            <pc:docMk/>
            <pc:sldMk cId="0" sldId="263"/>
            <ac:picMk id="9" creationId="{83FDCF91-FCEB-1F67-DF13-C7F58520A8E4}"/>
          </ac:picMkLst>
        </pc:picChg>
        <pc:picChg chg="add mod">
          <ac:chgData name="Richard Peng" userId="9a3a89ac-6dd8-4a6b-97d3-85a7a6a6f053" providerId="ADAL" clId="{098F8610-5319-4C72-BEB2-2C5DDC686FFD}" dt="2026-10-28T05:29:06.242" v="61" actId="1076"/>
          <ac:picMkLst>
            <pc:docMk/>
            <pc:sldMk cId="0" sldId="263"/>
            <ac:picMk id="11" creationId="{68A661D6-B6E0-58AA-D20E-E501A03EE4CB}"/>
          </ac:picMkLst>
        </pc:picChg>
        <pc:picChg chg="add del">
          <ac:chgData name="Richard Peng" userId="9a3a89ac-6dd8-4a6b-97d3-85a7a6a6f053" providerId="ADAL" clId="{098F8610-5319-4C72-BEB2-2C5DDC686FFD}" dt="2026-10-28T05:29:17.328" v="63" actId="22"/>
          <ac:picMkLst>
            <pc:docMk/>
            <pc:sldMk cId="0" sldId="263"/>
            <ac:picMk id="13" creationId="{F6BA0D9A-2F5C-CA05-CACC-4F87FFC8F373}"/>
          </ac:picMkLst>
        </pc:picChg>
        <pc:picChg chg="add mod">
          <ac:chgData name="Richard Peng" userId="9a3a89ac-6dd8-4a6b-97d3-85a7a6a6f053" providerId="ADAL" clId="{098F8610-5319-4C72-BEB2-2C5DDC686FFD}" dt="2026-10-28T05:29:23.081" v="67" actId="1076"/>
          <ac:picMkLst>
            <pc:docMk/>
            <pc:sldMk cId="0" sldId="263"/>
            <ac:picMk id="15" creationId="{A3520D85-D1C8-1290-5CF8-D702CC59A10D}"/>
          </ac:picMkLst>
        </pc:picChg>
        <pc:picChg chg="add mod">
          <ac:chgData name="Richard Peng" userId="9a3a89ac-6dd8-4a6b-97d3-85a7a6a6f053" providerId="ADAL" clId="{098F8610-5319-4C72-BEB2-2C5DDC686FFD}" dt="2026-10-28T05:38:25.474" v="117" actId="1076"/>
          <ac:picMkLst>
            <pc:docMk/>
            <pc:sldMk cId="0" sldId="263"/>
            <ac:picMk id="22" creationId="{B69D89A8-7F6D-5850-062C-F339BC1A7794}"/>
          </ac:picMkLst>
        </pc:picChg>
        <pc:inkChg chg="add mod">
          <ac:chgData name="Richard Peng" userId="9a3a89ac-6dd8-4a6b-97d3-85a7a6a6f053" providerId="ADAL" clId="{098F8610-5319-4C72-BEB2-2C5DDC686FFD}" dt="2026-10-28T05:32:41.705" v="71"/>
          <ac:inkMkLst>
            <pc:docMk/>
            <pc:sldMk cId="0" sldId="263"/>
            <ac:inkMk id="16" creationId="{1B9290B0-7177-B70F-A7EB-F7878566499C}"/>
          </ac:inkMkLst>
        </pc:inkChg>
        <pc:inkChg chg="add mod">
          <ac:chgData name="Richard Peng" userId="9a3a89ac-6dd8-4a6b-97d3-85a7a6a6f053" providerId="ADAL" clId="{098F8610-5319-4C72-BEB2-2C5DDC686FFD}" dt="2026-10-28T05:32:41.705" v="71"/>
          <ac:inkMkLst>
            <pc:docMk/>
            <pc:sldMk cId="0" sldId="263"/>
            <ac:inkMk id="17" creationId="{6BFC242F-19D7-387B-3E8D-B36BBDB9B1F3}"/>
          </ac:inkMkLst>
        </pc:inkChg>
        <pc:inkChg chg="add mod">
          <ac:chgData name="Richard Peng" userId="9a3a89ac-6dd8-4a6b-97d3-85a7a6a6f053" providerId="ADAL" clId="{098F8610-5319-4C72-BEB2-2C5DDC686FFD}" dt="2026-10-28T05:32:41.705" v="71"/>
          <ac:inkMkLst>
            <pc:docMk/>
            <pc:sldMk cId="0" sldId="263"/>
            <ac:inkMk id="18" creationId="{E6657AE5-64C7-CEA9-FE8F-D0C4BFD79AC4}"/>
          </ac:inkMkLst>
        </pc:inkChg>
        <pc:inkChg chg="add">
          <ac:chgData name="Richard Peng" userId="9a3a89ac-6dd8-4a6b-97d3-85a7a6a6f053" providerId="ADAL" clId="{098F8610-5319-4C72-BEB2-2C5DDC686FFD}" dt="2026-10-28T05:32:42.485" v="72" actId="9405"/>
          <ac:inkMkLst>
            <pc:docMk/>
            <pc:sldMk cId="0" sldId="263"/>
            <ac:inkMk id="20" creationId="{D713B3A5-CAEE-9634-692B-1FA62461FF47}"/>
          </ac:inkMkLst>
        </pc:inkChg>
        <pc:inkChg chg="add">
          <ac:chgData name="Richard Peng" userId="9a3a89ac-6dd8-4a6b-97d3-85a7a6a6f053" providerId="ADAL" clId="{098F8610-5319-4C72-BEB2-2C5DDC686FFD}" dt="2026-10-28T05:32:43.815" v="73" actId="9405"/>
          <ac:inkMkLst>
            <pc:docMk/>
            <pc:sldMk cId="0" sldId="263"/>
            <ac:inkMk id="21" creationId="{0E276ABC-51C5-413E-E9C5-C6BC7D907096}"/>
          </ac:inkMkLst>
        </pc:inkChg>
      </pc:sldChg>
      <pc:sldChg chg="addSp modSp mod">
        <pc:chgData name="Richard Peng" userId="9a3a89ac-6dd8-4a6b-97d3-85a7a6a6f053" providerId="ADAL" clId="{098F8610-5319-4C72-BEB2-2C5DDC686FFD}" dt="2026-10-28T05:34:49.924" v="84"/>
        <pc:sldMkLst>
          <pc:docMk/>
          <pc:sldMk cId="0" sldId="264"/>
        </pc:sldMkLst>
        <pc:spChg chg="mod">
          <ac:chgData name="Richard Peng" userId="9a3a89ac-6dd8-4a6b-97d3-85a7a6a6f053" providerId="ADAL" clId="{098F8610-5319-4C72-BEB2-2C5DDC686FFD}" dt="2026-10-28T05:33:31.464" v="75" actId="14100"/>
          <ac:spMkLst>
            <pc:docMk/>
            <pc:sldMk cId="0" sldId="264"/>
            <ac:spMk id="233" creationId="{00000000-0000-0000-0000-000000000000}"/>
          </ac:spMkLst>
        </pc:spChg>
        <pc:grpChg chg="mod">
          <ac:chgData name="Richard Peng" userId="9a3a89ac-6dd8-4a6b-97d3-85a7a6a6f053" providerId="ADAL" clId="{098F8610-5319-4C72-BEB2-2C5DDC686FFD}" dt="2026-10-28T05:34:44.674" v="81"/>
          <ac:grpSpMkLst>
            <pc:docMk/>
            <pc:sldMk cId="0" sldId="264"/>
            <ac:grpSpMk id="5" creationId="{E4D6D893-6DC1-6259-8CDC-61C4FD965B0C}"/>
          </ac:grpSpMkLst>
        </pc:grpChg>
        <pc:grpChg chg="mod">
          <ac:chgData name="Richard Peng" userId="9a3a89ac-6dd8-4a6b-97d3-85a7a6a6f053" providerId="ADAL" clId="{098F8610-5319-4C72-BEB2-2C5DDC686FFD}" dt="2026-10-28T05:34:49.924" v="84"/>
          <ac:grpSpMkLst>
            <pc:docMk/>
            <pc:sldMk cId="0" sldId="264"/>
            <ac:grpSpMk id="8" creationId="{6D72BF7C-A1BC-42C4-F341-9463CDE3F1C7}"/>
          </ac:grpSpMkLst>
        </pc:grpChg>
        <pc:grpChg chg="mod">
          <ac:chgData name="Richard Peng" userId="9a3a89ac-6dd8-4a6b-97d3-85a7a6a6f053" providerId="ADAL" clId="{098F8610-5319-4C72-BEB2-2C5DDC686FFD}" dt="2026-10-28T05:33:34.336" v="76" actId="1076"/>
          <ac:grpSpMkLst>
            <pc:docMk/>
            <pc:sldMk cId="0" sldId="264"/>
            <ac:grpSpMk id="238" creationId="{00000000-0000-0000-0000-000000000000}"/>
          </ac:grpSpMkLst>
        </pc:grpChg>
        <pc:picChg chg="add mod">
          <ac:chgData name="Richard Peng" userId="9a3a89ac-6dd8-4a6b-97d3-85a7a6a6f053" providerId="ADAL" clId="{098F8610-5319-4C72-BEB2-2C5DDC686FFD}" dt="2026-10-28T05:34:38.018" v="78" actId="1076"/>
          <ac:picMkLst>
            <pc:docMk/>
            <pc:sldMk cId="0" sldId="264"/>
            <ac:picMk id="2" creationId="{7DC17079-F66F-1D46-882B-3790D3F529DE}"/>
          </ac:picMkLst>
        </pc:picChg>
        <pc:inkChg chg="add mod">
          <ac:chgData name="Richard Peng" userId="9a3a89ac-6dd8-4a6b-97d3-85a7a6a6f053" providerId="ADAL" clId="{098F8610-5319-4C72-BEB2-2C5DDC686FFD}" dt="2026-10-28T05:34:44.674" v="81"/>
          <ac:inkMkLst>
            <pc:docMk/>
            <pc:sldMk cId="0" sldId="264"/>
            <ac:inkMk id="3" creationId="{EE57FEA4-39AA-F1B2-D66F-2831BF5531E8}"/>
          </ac:inkMkLst>
        </pc:inkChg>
        <pc:inkChg chg="add mod">
          <ac:chgData name="Richard Peng" userId="9a3a89ac-6dd8-4a6b-97d3-85a7a6a6f053" providerId="ADAL" clId="{098F8610-5319-4C72-BEB2-2C5DDC686FFD}" dt="2026-10-28T05:34:44.674" v="81"/>
          <ac:inkMkLst>
            <pc:docMk/>
            <pc:sldMk cId="0" sldId="264"/>
            <ac:inkMk id="4" creationId="{44EF267E-4B02-4D22-FD38-987CBCC2A9FA}"/>
          </ac:inkMkLst>
        </pc:inkChg>
        <pc:inkChg chg="add mod">
          <ac:chgData name="Richard Peng" userId="9a3a89ac-6dd8-4a6b-97d3-85a7a6a6f053" providerId="ADAL" clId="{098F8610-5319-4C72-BEB2-2C5DDC686FFD}" dt="2026-10-28T05:34:49.924" v="84"/>
          <ac:inkMkLst>
            <pc:docMk/>
            <pc:sldMk cId="0" sldId="264"/>
            <ac:inkMk id="6" creationId="{2FA8E989-6B63-3DB8-E60B-C7592CB09B65}"/>
          </ac:inkMkLst>
        </pc:inkChg>
        <pc:inkChg chg="add mod">
          <ac:chgData name="Richard Peng" userId="9a3a89ac-6dd8-4a6b-97d3-85a7a6a6f053" providerId="ADAL" clId="{098F8610-5319-4C72-BEB2-2C5DDC686FFD}" dt="2026-10-28T05:34:49.924" v="84"/>
          <ac:inkMkLst>
            <pc:docMk/>
            <pc:sldMk cId="0" sldId="264"/>
            <ac:inkMk id="7" creationId="{62BAACAD-C516-CEA3-329A-C81F0572E943}"/>
          </ac:inkMkLst>
        </pc:inkChg>
      </pc:sldChg>
      <pc:sldChg chg="addSp delSp modSp mod">
        <pc:chgData name="Richard Peng" userId="9a3a89ac-6dd8-4a6b-97d3-85a7a6a6f053" providerId="ADAL" clId="{098F8610-5319-4C72-BEB2-2C5DDC686FFD}" dt="2026-10-28T05:39:07.725" v="127"/>
        <pc:sldMkLst>
          <pc:docMk/>
          <pc:sldMk cId="0" sldId="265"/>
        </pc:sldMkLst>
        <pc:spChg chg="mod">
          <ac:chgData name="Richard Peng" userId="9a3a89ac-6dd8-4a6b-97d3-85a7a6a6f053" providerId="ADAL" clId="{098F8610-5319-4C72-BEB2-2C5DDC686FFD}" dt="2026-10-28T05:36:04.073" v="110" actId="20577"/>
          <ac:spMkLst>
            <pc:docMk/>
            <pc:sldMk cId="0" sldId="265"/>
            <ac:spMk id="250" creationId="{00000000-0000-0000-0000-000000000000}"/>
          </ac:spMkLst>
        </pc:spChg>
        <pc:grpChg chg="mod">
          <ac:chgData name="Richard Peng" userId="9a3a89ac-6dd8-4a6b-97d3-85a7a6a6f053" providerId="ADAL" clId="{098F8610-5319-4C72-BEB2-2C5DDC686FFD}" dt="2026-10-28T05:38:42.380" v="121"/>
          <ac:grpSpMkLst>
            <pc:docMk/>
            <pc:sldMk cId="0" sldId="265"/>
            <ac:grpSpMk id="5" creationId="{4AFFAABA-0678-1B6A-5A4A-FE9245CD36F1}"/>
          </ac:grpSpMkLst>
        </pc:grpChg>
        <pc:grpChg chg="mod">
          <ac:chgData name="Richard Peng" userId="9a3a89ac-6dd8-4a6b-97d3-85a7a6a6f053" providerId="ADAL" clId="{098F8610-5319-4C72-BEB2-2C5DDC686FFD}" dt="2026-10-28T05:39:07.725" v="127"/>
          <ac:grpSpMkLst>
            <pc:docMk/>
            <pc:sldMk cId="0" sldId="265"/>
            <ac:grpSpMk id="10" creationId="{A809BA70-6C82-2320-008D-F88350B53FA8}"/>
          </ac:grpSpMkLst>
        </pc:grpChg>
        <pc:grpChg chg="mod">
          <ac:chgData name="Richard Peng" userId="9a3a89ac-6dd8-4a6b-97d3-85a7a6a6f053" providerId="ADAL" clId="{098F8610-5319-4C72-BEB2-2C5DDC686FFD}" dt="2026-10-28T05:36:23.698" v="115" actId="1076"/>
          <ac:grpSpMkLst>
            <pc:docMk/>
            <pc:sldMk cId="0" sldId="265"/>
            <ac:grpSpMk id="253" creationId="{00000000-0000-0000-0000-000000000000}"/>
          </ac:grpSpMkLst>
        </pc:grpChg>
        <pc:inkChg chg="add mod">
          <ac:chgData name="Richard Peng" userId="9a3a89ac-6dd8-4a6b-97d3-85a7a6a6f053" providerId="ADAL" clId="{098F8610-5319-4C72-BEB2-2C5DDC686FFD}" dt="2026-10-28T05:38:42.380" v="121"/>
          <ac:inkMkLst>
            <pc:docMk/>
            <pc:sldMk cId="0" sldId="265"/>
            <ac:inkMk id="2" creationId="{B4ADE950-4BEA-7682-0DC6-8037465861D7}"/>
          </ac:inkMkLst>
        </pc:inkChg>
        <pc:inkChg chg="add mod">
          <ac:chgData name="Richard Peng" userId="9a3a89ac-6dd8-4a6b-97d3-85a7a6a6f053" providerId="ADAL" clId="{098F8610-5319-4C72-BEB2-2C5DDC686FFD}" dt="2026-10-28T05:38:42.380" v="121"/>
          <ac:inkMkLst>
            <pc:docMk/>
            <pc:sldMk cId="0" sldId="265"/>
            <ac:inkMk id="3" creationId="{01C4E007-7477-7C32-FB6F-BE012A14C421}"/>
          </ac:inkMkLst>
        </pc:inkChg>
        <pc:inkChg chg="add mod">
          <ac:chgData name="Richard Peng" userId="9a3a89ac-6dd8-4a6b-97d3-85a7a6a6f053" providerId="ADAL" clId="{098F8610-5319-4C72-BEB2-2C5DDC686FFD}" dt="2026-10-28T05:38:42.380" v="121"/>
          <ac:inkMkLst>
            <pc:docMk/>
            <pc:sldMk cId="0" sldId="265"/>
            <ac:inkMk id="4" creationId="{22ADD88B-F714-D383-0B5C-E0669B57EEDB}"/>
          </ac:inkMkLst>
        </pc:inkChg>
        <pc:inkChg chg="add del">
          <ac:chgData name="Richard Peng" userId="9a3a89ac-6dd8-4a6b-97d3-85a7a6a6f053" providerId="ADAL" clId="{098F8610-5319-4C72-BEB2-2C5DDC686FFD}" dt="2026-10-28T05:38:47.258" v="123" actId="9405"/>
          <ac:inkMkLst>
            <pc:docMk/>
            <pc:sldMk cId="0" sldId="265"/>
            <ac:inkMk id="6" creationId="{53581B02-D3B7-88D9-33AF-8A103BE22731}"/>
          </ac:inkMkLst>
        </pc:inkChg>
        <pc:inkChg chg="add">
          <ac:chgData name="Richard Peng" userId="9a3a89ac-6dd8-4a6b-97d3-85a7a6a6f053" providerId="ADAL" clId="{098F8610-5319-4C72-BEB2-2C5DDC686FFD}" dt="2026-10-28T05:39:02.537" v="124" actId="9405"/>
          <ac:inkMkLst>
            <pc:docMk/>
            <pc:sldMk cId="0" sldId="265"/>
            <ac:inkMk id="7" creationId="{62AAAB7D-2F8A-238D-7CAD-EBFB7D622826}"/>
          </ac:inkMkLst>
        </pc:inkChg>
        <pc:inkChg chg="add mod">
          <ac:chgData name="Richard Peng" userId="9a3a89ac-6dd8-4a6b-97d3-85a7a6a6f053" providerId="ADAL" clId="{098F8610-5319-4C72-BEB2-2C5DDC686FFD}" dt="2026-10-28T05:39:07.725" v="127"/>
          <ac:inkMkLst>
            <pc:docMk/>
            <pc:sldMk cId="0" sldId="265"/>
            <ac:inkMk id="8" creationId="{99F69B67-F667-482F-1361-487DB58BF6E5}"/>
          </ac:inkMkLst>
        </pc:inkChg>
        <pc:inkChg chg="add mod">
          <ac:chgData name="Richard Peng" userId="9a3a89ac-6dd8-4a6b-97d3-85a7a6a6f053" providerId="ADAL" clId="{098F8610-5319-4C72-BEB2-2C5DDC686FFD}" dt="2026-10-28T05:39:07.725" v="127"/>
          <ac:inkMkLst>
            <pc:docMk/>
            <pc:sldMk cId="0" sldId="265"/>
            <ac:inkMk id="9" creationId="{0C1ECA48-353F-C769-BECC-DC10CB774E97}"/>
          </ac:inkMkLst>
        </pc:inkChg>
      </pc:sldChg>
      <pc:sldChg chg="addSp delSp modSp mod">
        <pc:chgData name="Richard Peng" userId="9a3a89ac-6dd8-4a6b-97d3-85a7a6a6f053" providerId="ADAL" clId="{098F8610-5319-4C72-BEB2-2C5DDC686FFD}" dt="2026-10-28T05:51:33.527" v="163" actId="14100"/>
        <pc:sldMkLst>
          <pc:docMk/>
          <pc:sldMk cId="0" sldId="266"/>
        </pc:sldMkLst>
        <pc:spChg chg="add mod">
          <ac:chgData name="Richard Peng" userId="9a3a89ac-6dd8-4a6b-97d3-85a7a6a6f053" providerId="ADAL" clId="{098F8610-5319-4C72-BEB2-2C5DDC686FFD}" dt="2026-10-28T05:41:05.989" v="143" actId="14100"/>
          <ac:spMkLst>
            <pc:docMk/>
            <pc:sldMk cId="0" sldId="266"/>
            <ac:spMk id="6" creationId="{C87BC3CB-B2C6-3EF4-341A-128C53142F0C}"/>
          </ac:spMkLst>
        </pc:spChg>
        <pc:spChg chg="add del mod">
          <ac:chgData name="Richard Peng" userId="9a3a89ac-6dd8-4a6b-97d3-85a7a6a6f053" providerId="ADAL" clId="{098F8610-5319-4C72-BEB2-2C5DDC686FFD}" dt="2026-10-28T05:50:51.096" v="156"/>
          <ac:spMkLst>
            <pc:docMk/>
            <pc:sldMk cId="0" sldId="266"/>
            <ac:spMk id="16" creationId="{3A4B12CD-C316-48E0-D9F7-06298896D5EA}"/>
          </ac:spMkLst>
        </pc:spChg>
        <pc:spChg chg="mod">
          <ac:chgData name="Richard Peng" userId="9a3a89ac-6dd8-4a6b-97d3-85a7a6a6f053" providerId="ADAL" clId="{098F8610-5319-4C72-BEB2-2C5DDC686FFD}" dt="2026-10-28T05:12:49.655" v="3" actId="27636"/>
          <ac:spMkLst>
            <pc:docMk/>
            <pc:sldMk cId="0" sldId="266"/>
            <ac:spMk id="262" creationId="{00000000-0000-0000-0000-000000000000}"/>
          </ac:spMkLst>
        </pc:spChg>
        <pc:grpChg chg="mod">
          <ac:chgData name="Richard Peng" userId="9a3a89ac-6dd8-4a6b-97d3-85a7a6a6f053" providerId="ADAL" clId="{098F8610-5319-4C72-BEB2-2C5DDC686FFD}" dt="2026-10-28T05:46:48.806" v="150"/>
          <ac:grpSpMkLst>
            <pc:docMk/>
            <pc:sldMk cId="0" sldId="266"/>
            <ac:grpSpMk id="12" creationId="{002E8F13-2F17-A1B8-3D19-B36CA4D3F8EA}"/>
          </ac:grpSpMkLst>
        </pc:grpChg>
        <pc:grpChg chg="mod">
          <ac:chgData name="Richard Peng" userId="9a3a89ac-6dd8-4a6b-97d3-85a7a6a6f053" providerId="ADAL" clId="{098F8610-5319-4C72-BEB2-2C5DDC686FFD}" dt="2026-10-28T05:47:06.930" v="153"/>
          <ac:grpSpMkLst>
            <pc:docMk/>
            <pc:sldMk cId="0" sldId="266"/>
            <ac:grpSpMk id="15" creationId="{DF7B8520-A1A4-5189-4136-A9406D39ACF9}"/>
          </ac:grpSpMkLst>
        </pc:grpChg>
        <pc:picChg chg="add mod">
          <ac:chgData name="Richard Peng" userId="9a3a89ac-6dd8-4a6b-97d3-85a7a6a6f053" providerId="ADAL" clId="{098F8610-5319-4C72-BEB2-2C5DDC686FFD}" dt="2026-10-28T05:39:41.493" v="133" actId="1076"/>
          <ac:picMkLst>
            <pc:docMk/>
            <pc:sldMk cId="0" sldId="266"/>
            <ac:picMk id="2" creationId="{D86CD61E-76C8-1659-3B6B-33FF052F8D97}"/>
          </ac:picMkLst>
        </pc:picChg>
        <pc:picChg chg="add mod">
          <ac:chgData name="Richard Peng" userId="9a3a89ac-6dd8-4a6b-97d3-85a7a6a6f053" providerId="ADAL" clId="{098F8610-5319-4C72-BEB2-2C5DDC686FFD}" dt="2026-10-28T05:39:30.276" v="131" actId="1076"/>
          <ac:picMkLst>
            <pc:docMk/>
            <pc:sldMk cId="0" sldId="266"/>
            <ac:picMk id="3" creationId="{E02E00B8-892B-99A6-39FE-F024010CD0D2}"/>
          </ac:picMkLst>
        </pc:picChg>
        <pc:picChg chg="add mod">
          <ac:chgData name="Richard Peng" userId="9a3a89ac-6dd8-4a6b-97d3-85a7a6a6f053" providerId="ADAL" clId="{098F8610-5319-4C72-BEB2-2C5DDC686FFD}" dt="2026-10-28T05:39:32.532" v="132" actId="571"/>
          <ac:picMkLst>
            <pc:docMk/>
            <pc:sldMk cId="0" sldId="266"/>
            <ac:picMk id="4" creationId="{93EF0D73-D0AA-8C09-70DD-1B7CE94B5550}"/>
          </ac:picMkLst>
        </pc:picChg>
        <pc:picChg chg="add mod">
          <ac:chgData name="Richard Peng" userId="9a3a89ac-6dd8-4a6b-97d3-85a7a6a6f053" providerId="ADAL" clId="{098F8610-5319-4C72-BEB2-2C5DDC686FFD}" dt="2026-10-28T05:46:31.497" v="146" actId="14100"/>
          <ac:picMkLst>
            <pc:docMk/>
            <pc:sldMk cId="0" sldId="266"/>
            <ac:picMk id="8" creationId="{5A00C829-26BB-E59E-733E-DF0B9DDD071A}"/>
          </ac:picMkLst>
        </pc:picChg>
        <pc:picChg chg="add mod">
          <ac:chgData name="Richard Peng" userId="9a3a89ac-6dd8-4a6b-97d3-85a7a6a6f053" providerId="ADAL" clId="{098F8610-5319-4C72-BEB2-2C5DDC686FFD}" dt="2026-10-28T05:51:14.174" v="160" actId="1076"/>
          <ac:picMkLst>
            <pc:docMk/>
            <pc:sldMk cId="0" sldId="266"/>
            <ac:picMk id="18" creationId="{021F5B3D-BE16-1D37-77DF-6A540C956A69}"/>
          </ac:picMkLst>
        </pc:picChg>
        <pc:picChg chg="add mod">
          <ac:chgData name="Richard Peng" userId="9a3a89ac-6dd8-4a6b-97d3-85a7a6a6f053" providerId="ADAL" clId="{098F8610-5319-4C72-BEB2-2C5DDC686FFD}" dt="2026-10-28T05:51:33.527" v="163" actId="14100"/>
          <ac:picMkLst>
            <pc:docMk/>
            <pc:sldMk cId="0" sldId="266"/>
            <ac:picMk id="20" creationId="{04F80CBA-95CB-0C0B-F57D-EF2344A239F9}"/>
          </ac:picMkLst>
        </pc:picChg>
        <pc:inkChg chg="add mod">
          <ac:chgData name="Richard Peng" userId="9a3a89ac-6dd8-4a6b-97d3-85a7a6a6f053" providerId="ADAL" clId="{098F8610-5319-4C72-BEB2-2C5DDC686FFD}" dt="2026-10-28T05:46:48.806" v="150"/>
          <ac:inkMkLst>
            <pc:docMk/>
            <pc:sldMk cId="0" sldId="266"/>
            <ac:inkMk id="9" creationId="{95C8A9B4-67E3-82BC-4D12-544A28E4A560}"/>
          </ac:inkMkLst>
        </pc:inkChg>
        <pc:inkChg chg="add mod">
          <ac:chgData name="Richard Peng" userId="9a3a89ac-6dd8-4a6b-97d3-85a7a6a6f053" providerId="ADAL" clId="{098F8610-5319-4C72-BEB2-2C5DDC686FFD}" dt="2026-10-28T05:46:48.806" v="150"/>
          <ac:inkMkLst>
            <pc:docMk/>
            <pc:sldMk cId="0" sldId="266"/>
            <ac:inkMk id="10" creationId="{683D12F9-13E4-DD9C-D1C1-0D8817F2ADC6}"/>
          </ac:inkMkLst>
        </pc:inkChg>
        <pc:inkChg chg="add mod">
          <ac:chgData name="Richard Peng" userId="9a3a89ac-6dd8-4a6b-97d3-85a7a6a6f053" providerId="ADAL" clId="{098F8610-5319-4C72-BEB2-2C5DDC686FFD}" dt="2026-10-28T05:46:48.806" v="150"/>
          <ac:inkMkLst>
            <pc:docMk/>
            <pc:sldMk cId="0" sldId="266"/>
            <ac:inkMk id="11" creationId="{EC906194-AC00-FF4E-D008-2DDBE75ED302}"/>
          </ac:inkMkLst>
        </pc:inkChg>
        <pc:inkChg chg="add mod">
          <ac:chgData name="Richard Peng" userId="9a3a89ac-6dd8-4a6b-97d3-85a7a6a6f053" providerId="ADAL" clId="{098F8610-5319-4C72-BEB2-2C5DDC686FFD}" dt="2026-10-28T05:47:06.930" v="153"/>
          <ac:inkMkLst>
            <pc:docMk/>
            <pc:sldMk cId="0" sldId="266"/>
            <ac:inkMk id="13" creationId="{E88EC398-30B7-1AE9-0926-57BC236EBF36}"/>
          </ac:inkMkLst>
        </pc:inkChg>
        <pc:inkChg chg="add mod">
          <ac:chgData name="Richard Peng" userId="9a3a89ac-6dd8-4a6b-97d3-85a7a6a6f053" providerId="ADAL" clId="{098F8610-5319-4C72-BEB2-2C5DDC686FFD}" dt="2026-10-28T05:47:06.930" v="153"/>
          <ac:inkMkLst>
            <pc:docMk/>
            <pc:sldMk cId="0" sldId="266"/>
            <ac:inkMk id="14" creationId="{9675FDB9-4166-1280-883F-D4C2747F4A51}"/>
          </ac:inkMkLst>
        </pc:inkChg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278"/>
        </pc:sldMkLst>
      </pc:sldChg>
      <pc:sldChg chg="modSp mod modNotes">
        <pc:chgData name="Richard Peng" userId="9a3a89ac-6dd8-4a6b-97d3-85a7a6a6f053" providerId="ADAL" clId="{098F8610-5319-4C72-BEB2-2C5DDC686FFD}" dt="2026-10-28T05:12:49.698" v="4" actId="27636"/>
        <pc:sldMkLst>
          <pc:docMk/>
          <pc:sldMk cId="0" sldId="281"/>
        </pc:sldMkLst>
        <pc:spChg chg="mod">
          <ac:chgData name="Richard Peng" userId="9a3a89ac-6dd8-4a6b-97d3-85a7a6a6f053" providerId="ADAL" clId="{098F8610-5319-4C72-BEB2-2C5DDC686FFD}" dt="2026-10-28T05:12:49.698" v="4" actId="27636"/>
          <ac:spMkLst>
            <pc:docMk/>
            <pc:sldMk cId="0" sldId="281"/>
            <ac:spMk id="432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49.703" v="5" actId="27636"/>
        <pc:sldMkLst>
          <pc:docMk/>
          <pc:sldMk cId="0" sldId="283"/>
        </pc:sldMkLst>
        <pc:spChg chg="mod">
          <ac:chgData name="Richard Peng" userId="9a3a89ac-6dd8-4a6b-97d3-85a7a6a6f053" providerId="ADAL" clId="{098F8610-5319-4C72-BEB2-2C5DDC686FFD}" dt="2026-10-28T05:12:49.703" v="5" actId="27636"/>
          <ac:spMkLst>
            <pc:docMk/>
            <pc:sldMk cId="0" sldId="283"/>
            <ac:spMk id="449" creationId="{00000000-0000-0000-0000-000000000000}"/>
          </ac:spMkLst>
        </pc:spChg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284"/>
        </pc:sldMkLst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286"/>
        </pc:sldMkLst>
      </pc:sldChg>
      <pc:sldChg chg="modSp mod">
        <pc:chgData name="Richard Peng" userId="9a3a89ac-6dd8-4a6b-97d3-85a7a6a6f053" providerId="ADAL" clId="{098F8610-5319-4C72-BEB2-2C5DDC686FFD}" dt="2026-10-28T05:12:49.724" v="6" actId="27636"/>
        <pc:sldMkLst>
          <pc:docMk/>
          <pc:sldMk cId="0" sldId="289"/>
        </pc:sldMkLst>
        <pc:spChg chg="mod">
          <ac:chgData name="Richard Peng" userId="9a3a89ac-6dd8-4a6b-97d3-85a7a6a6f053" providerId="ADAL" clId="{098F8610-5319-4C72-BEB2-2C5DDC686FFD}" dt="2026-10-28T05:12:49.724" v="6" actId="27636"/>
          <ac:spMkLst>
            <pc:docMk/>
            <pc:sldMk cId="0" sldId="289"/>
            <ac:spMk id="503" creationId="{00000000-0000-0000-0000-000000000000}"/>
          </ac:spMkLst>
        </pc:spChg>
      </pc:sldChg>
      <pc:sldChg chg="modSp mod modNotes">
        <pc:chgData name="Richard Peng" userId="9a3a89ac-6dd8-4a6b-97d3-85a7a6a6f053" providerId="ADAL" clId="{098F8610-5319-4C72-BEB2-2C5DDC686FFD}" dt="2026-10-28T05:12:49.796" v="8" actId="27636"/>
        <pc:sldMkLst>
          <pc:docMk/>
          <pc:sldMk cId="0" sldId="298"/>
        </pc:sldMkLst>
        <pc:spChg chg="mod">
          <ac:chgData name="Richard Peng" userId="9a3a89ac-6dd8-4a6b-97d3-85a7a6a6f053" providerId="ADAL" clId="{098F8610-5319-4C72-BEB2-2C5DDC686FFD}" dt="2026-10-28T05:12:49.779" v="7" actId="27636"/>
          <ac:spMkLst>
            <pc:docMk/>
            <pc:sldMk cId="0" sldId="298"/>
            <ac:spMk id="587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49.796" v="8" actId="27636"/>
          <ac:spMkLst>
            <pc:docMk/>
            <pc:sldMk cId="0" sldId="298"/>
            <ac:spMk id="588" creationId="{00000000-0000-0000-0000-000000000000}"/>
          </ac:spMkLst>
        </pc:spChg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299"/>
        </pc:sldMkLst>
      </pc:sldChg>
      <pc:sldChg chg="modSp mod">
        <pc:chgData name="Richard Peng" userId="9a3a89ac-6dd8-4a6b-97d3-85a7a6a6f053" providerId="ADAL" clId="{098F8610-5319-4C72-BEB2-2C5DDC686FFD}" dt="2026-10-28T05:12:49.856" v="9" actId="27636"/>
        <pc:sldMkLst>
          <pc:docMk/>
          <pc:sldMk cId="0" sldId="301"/>
        </pc:sldMkLst>
        <pc:spChg chg="mod">
          <ac:chgData name="Richard Peng" userId="9a3a89ac-6dd8-4a6b-97d3-85a7a6a6f053" providerId="ADAL" clId="{098F8610-5319-4C72-BEB2-2C5DDC686FFD}" dt="2026-10-28T05:12:49.856" v="9" actId="27636"/>
          <ac:spMkLst>
            <pc:docMk/>
            <pc:sldMk cId="0" sldId="301"/>
            <ac:spMk id="626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49.870" v="11" actId="27636"/>
        <pc:sldMkLst>
          <pc:docMk/>
          <pc:sldMk cId="0" sldId="302"/>
        </pc:sldMkLst>
        <pc:spChg chg="mod">
          <ac:chgData name="Richard Peng" userId="9a3a89ac-6dd8-4a6b-97d3-85a7a6a6f053" providerId="ADAL" clId="{098F8610-5319-4C72-BEB2-2C5DDC686FFD}" dt="2026-10-28T05:12:49.863" v="10" actId="27636"/>
          <ac:spMkLst>
            <pc:docMk/>
            <pc:sldMk cId="0" sldId="302"/>
            <ac:spMk id="632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49.870" v="11" actId="27636"/>
          <ac:spMkLst>
            <pc:docMk/>
            <pc:sldMk cId="0" sldId="302"/>
            <ac:spMk id="641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49.975" v="15" actId="27636"/>
        <pc:sldMkLst>
          <pc:docMk/>
          <pc:sldMk cId="0" sldId="303"/>
        </pc:sldMkLst>
        <pc:spChg chg="mod">
          <ac:chgData name="Richard Peng" userId="9a3a89ac-6dd8-4a6b-97d3-85a7a6a6f053" providerId="ADAL" clId="{098F8610-5319-4C72-BEB2-2C5DDC686FFD}" dt="2026-10-28T05:12:49.892" v="12" actId="27636"/>
          <ac:spMkLst>
            <pc:docMk/>
            <pc:sldMk cId="0" sldId="303"/>
            <ac:spMk id="649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49.975" v="15" actId="27636"/>
          <ac:spMkLst>
            <pc:docMk/>
            <pc:sldMk cId="0" sldId="303"/>
            <ac:spMk id="650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49.942" v="13" actId="27636"/>
          <ac:spMkLst>
            <pc:docMk/>
            <pc:sldMk cId="0" sldId="303"/>
            <ac:spMk id="655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49.955" v="14" actId="27636"/>
          <ac:spMkLst>
            <pc:docMk/>
            <pc:sldMk cId="0" sldId="303"/>
            <ac:spMk id="656" creationId="{00000000-0000-0000-0000-000000000000}"/>
          </ac:spMkLst>
        </pc:spChg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304"/>
        </pc:sldMkLst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306"/>
        </pc:sldMkLst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308"/>
        </pc:sldMkLst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310"/>
        </pc:sldMkLst>
      </pc:sldChg>
      <pc:sldChg chg="modSp mod modNotes">
        <pc:chgData name="Richard Peng" userId="9a3a89ac-6dd8-4a6b-97d3-85a7a6a6f053" providerId="ADAL" clId="{098F8610-5319-4C72-BEB2-2C5DDC686FFD}" dt="2026-10-28T05:12:50.110" v="17" actId="27636"/>
        <pc:sldMkLst>
          <pc:docMk/>
          <pc:sldMk cId="0" sldId="311"/>
        </pc:sldMkLst>
        <pc:spChg chg="mod">
          <ac:chgData name="Richard Peng" userId="9a3a89ac-6dd8-4a6b-97d3-85a7a6a6f053" providerId="ADAL" clId="{098F8610-5319-4C72-BEB2-2C5DDC686FFD}" dt="2026-10-28T05:12:50.110" v="17" actId="27636"/>
          <ac:spMkLst>
            <pc:docMk/>
            <pc:sldMk cId="0" sldId="311"/>
            <ac:spMk id="737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50.109" v="16" actId="27636"/>
          <ac:spMkLst>
            <pc:docMk/>
            <pc:sldMk cId="0" sldId="311"/>
            <ac:spMk id="738" creationId="{00000000-0000-0000-0000-000000000000}"/>
          </ac:spMkLst>
        </pc:spChg>
      </pc:sldChg>
      <pc:sldChg chg="modSp mod modNotes">
        <pc:chgData name="Richard Peng" userId="9a3a89ac-6dd8-4a6b-97d3-85a7a6a6f053" providerId="ADAL" clId="{098F8610-5319-4C72-BEB2-2C5DDC686FFD}" dt="2026-10-28T05:12:50.113" v="20" actId="27636"/>
        <pc:sldMkLst>
          <pc:docMk/>
          <pc:sldMk cId="0" sldId="312"/>
        </pc:sldMkLst>
        <pc:spChg chg="mod">
          <ac:chgData name="Richard Peng" userId="9a3a89ac-6dd8-4a6b-97d3-85a7a6a6f053" providerId="ADAL" clId="{098F8610-5319-4C72-BEB2-2C5DDC686FFD}" dt="2026-10-28T05:12:50.112" v="18" actId="27636"/>
          <ac:spMkLst>
            <pc:docMk/>
            <pc:sldMk cId="0" sldId="312"/>
            <ac:spMk id="751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50.113" v="19" actId="27636"/>
          <ac:spMkLst>
            <pc:docMk/>
            <pc:sldMk cId="0" sldId="312"/>
            <ac:spMk id="752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50.113" v="20" actId="27636"/>
          <ac:spMkLst>
            <pc:docMk/>
            <pc:sldMk cId="0" sldId="312"/>
            <ac:spMk id="753" creationId="{00000000-0000-0000-0000-000000000000}"/>
          </ac:spMkLst>
        </pc:spChg>
      </pc:sldChg>
      <pc:sldChg chg="modSp mod modNotes">
        <pc:chgData name="Richard Peng" userId="9a3a89ac-6dd8-4a6b-97d3-85a7a6a6f053" providerId="ADAL" clId="{098F8610-5319-4C72-BEB2-2C5DDC686FFD}" dt="2026-10-28T05:12:50.118" v="22" actId="27636"/>
        <pc:sldMkLst>
          <pc:docMk/>
          <pc:sldMk cId="0" sldId="314"/>
        </pc:sldMkLst>
        <pc:spChg chg="mod">
          <ac:chgData name="Richard Peng" userId="9a3a89ac-6dd8-4a6b-97d3-85a7a6a6f053" providerId="ADAL" clId="{098F8610-5319-4C72-BEB2-2C5DDC686FFD}" dt="2026-10-28T05:12:50.118" v="21" actId="27636"/>
          <ac:spMkLst>
            <pc:docMk/>
            <pc:sldMk cId="0" sldId="314"/>
            <ac:spMk id="773" creationId="{00000000-0000-0000-0000-000000000000}"/>
          </ac:spMkLst>
        </pc:spChg>
        <pc:spChg chg="mod">
          <ac:chgData name="Richard Peng" userId="9a3a89ac-6dd8-4a6b-97d3-85a7a6a6f053" providerId="ADAL" clId="{098F8610-5319-4C72-BEB2-2C5DDC686FFD}" dt="2026-10-28T05:12:50.118" v="22" actId="27636"/>
          <ac:spMkLst>
            <pc:docMk/>
            <pc:sldMk cId="0" sldId="314"/>
            <ac:spMk id="774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50.118" v="23" actId="27636"/>
        <pc:sldMkLst>
          <pc:docMk/>
          <pc:sldMk cId="0" sldId="317"/>
        </pc:sldMkLst>
        <pc:spChg chg="mod">
          <ac:chgData name="Richard Peng" userId="9a3a89ac-6dd8-4a6b-97d3-85a7a6a6f053" providerId="ADAL" clId="{098F8610-5319-4C72-BEB2-2C5DDC686FFD}" dt="2026-10-28T05:12:50.118" v="23" actId="27636"/>
          <ac:spMkLst>
            <pc:docMk/>
            <pc:sldMk cId="0" sldId="317"/>
            <ac:spMk id="802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50.127" v="24" actId="27636"/>
        <pc:sldMkLst>
          <pc:docMk/>
          <pc:sldMk cId="0" sldId="324"/>
        </pc:sldMkLst>
        <pc:spChg chg="mod">
          <ac:chgData name="Richard Peng" userId="9a3a89ac-6dd8-4a6b-97d3-85a7a6a6f053" providerId="ADAL" clId="{098F8610-5319-4C72-BEB2-2C5DDC686FFD}" dt="2026-10-28T05:12:50.127" v="24" actId="27636"/>
          <ac:spMkLst>
            <pc:docMk/>
            <pc:sldMk cId="0" sldId="324"/>
            <ac:spMk id="836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50.130" v="25" actId="27636"/>
        <pc:sldMkLst>
          <pc:docMk/>
          <pc:sldMk cId="0" sldId="325"/>
        </pc:sldMkLst>
        <pc:spChg chg="mod">
          <ac:chgData name="Richard Peng" userId="9a3a89ac-6dd8-4a6b-97d3-85a7a6a6f053" providerId="ADAL" clId="{098F8610-5319-4C72-BEB2-2C5DDC686FFD}" dt="2026-10-28T05:12:50.130" v="25" actId="27636"/>
          <ac:spMkLst>
            <pc:docMk/>
            <pc:sldMk cId="0" sldId="325"/>
            <ac:spMk id="866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50.130" v="26" actId="27636"/>
        <pc:sldMkLst>
          <pc:docMk/>
          <pc:sldMk cId="0" sldId="326"/>
        </pc:sldMkLst>
        <pc:spChg chg="mod">
          <ac:chgData name="Richard Peng" userId="9a3a89ac-6dd8-4a6b-97d3-85a7a6a6f053" providerId="ADAL" clId="{098F8610-5319-4C72-BEB2-2C5DDC686FFD}" dt="2026-10-28T05:12:50.130" v="26" actId="27636"/>
          <ac:spMkLst>
            <pc:docMk/>
            <pc:sldMk cId="0" sldId="326"/>
            <ac:spMk id="882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50.130" v="27" actId="27636"/>
        <pc:sldMkLst>
          <pc:docMk/>
          <pc:sldMk cId="0" sldId="327"/>
        </pc:sldMkLst>
        <pc:spChg chg="mod">
          <ac:chgData name="Richard Peng" userId="9a3a89ac-6dd8-4a6b-97d3-85a7a6a6f053" providerId="ADAL" clId="{098F8610-5319-4C72-BEB2-2C5DDC686FFD}" dt="2026-10-28T05:12:50.130" v="27" actId="27636"/>
          <ac:spMkLst>
            <pc:docMk/>
            <pc:sldMk cId="0" sldId="327"/>
            <ac:spMk id="897" creationId="{00000000-0000-0000-0000-000000000000}"/>
          </ac:spMkLst>
        </pc:spChg>
      </pc:sldChg>
      <pc:sldChg chg="modNotes">
        <pc:chgData name="Richard Peng" userId="9a3a89ac-6dd8-4a6b-97d3-85a7a6a6f053" providerId="ADAL" clId="{098F8610-5319-4C72-BEB2-2C5DDC686FFD}" dt="2026-10-28T05:12:49.602" v="0"/>
        <pc:sldMkLst>
          <pc:docMk/>
          <pc:sldMk cId="0" sldId="334"/>
        </pc:sldMkLst>
      </pc:sldChg>
      <pc:sldChg chg="modSp mod">
        <pc:chgData name="Richard Peng" userId="9a3a89ac-6dd8-4a6b-97d3-85a7a6a6f053" providerId="ADAL" clId="{098F8610-5319-4C72-BEB2-2C5DDC686FFD}" dt="2026-10-28T05:12:50.150" v="28" actId="27636"/>
        <pc:sldMkLst>
          <pc:docMk/>
          <pc:sldMk cId="0" sldId="337"/>
        </pc:sldMkLst>
        <pc:spChg chg="mod">
          <ac:chgData name="Richard Peng" userId="9a3a89ac-6dd8-4a6b-97d3-85a7a6a6f053" providerId="ADAL" clId="{098F8610-5319-4C72-BEB2-2C5DDC686FFD}" dt="2026-10-28T05:12:50.150" v="28" actId="27636"/>
          <ac:spMkLst>
            <pc:docMk/>
            <pc:sldMk cId="0" sldId="337"/>
            <ac:spMk id="1061" creationId="{00000000-0000-0000-0000-000000000000}"/>
          </ac:spMkLst>
        </pc:spChg>
      </pc:sldChg>
      <pc:sldChg chg="modSp mod">
        <pc:chgData name="Richard Peng" userId="9a3a89ac-6dd8-4a6b-97d3-85a7a6a6f053" providerId="ADAL" clId="{098F8610-5319-4C72-BEB2-2C5DDC686FFD}" dt="2026-10-28T05:12:50.157" v="29" actId="27636"/>
        <pc:sldMkLst>
          <pc:docMk/>
          <pc:sldMk cId="0" sldId="341"/>
        </pc:sldMkLst>
        <pc:spChg chg="mod">
          <ac:chgData name="Richard Peng" userId="9a3a89ac-6dd8-4a6b-97d3-85a7a6a6f053" providerId="ADAL" clId="{098F8610-5319-4C72-BEB2-2C5DDC686FFD}" dt="2026-10-28T05:12:50.157" v="29" actId="27636"/>
          <ac:spMkLst>
            <pc:docMk/>
            <pc:sldMk cId="0" sldId="341"/>
            <ac:spMk id="1099" creationId="{00000000-0000-0000-0000-000000000000}"/>
          </ac:spMkLst>
        </pc:spChg>
      </pc:sldChg>
      <pc:sldChg chg="delSp modSp add mod">
        <pc:chgData name="Richard Peng" userId="9a3a89ac-6dd8-4a6b-97d3-85a7a6a6f053" providerId="ADAL" clId="{098F8610-5319-4C72-BEB2-2C5DDC686FFD}" dt="2026-10-28T05:13:18.290" v="34" actId="20577"/>
        <pc:sldMkLst>
          <pc:docMk/>
          <pc:sldMk cId="2502978326" sldId="352"/>
        </pc:sldMkLst>
        <pc:spChg chg="mod">
          <ac:chgData name="Richard Peng" userId="9a3a89ac-6dd8-4a6b-97d3-85a7a6a6f053" providerId="ADAL" clId="{098F8610-5319-4C72-BEB2-2C5DDC686FFD}" dt="2026-10-28T05:13:02.670" v="30"/>
          <ac:spMkLst>
            <pc:docMk/>
            <pc:sldMk cId="2502978326" sldId="352"/>
            <ac:spMk id="3" creationId="{CE8C61DC-DA36-9F0A-3C95-26CF319819D0}"/>
          </ac:spMkLst>
        </pc:spChg>
        <pc:spChg chg="mod">
          <ac:chgData name="Richard Peng" userId="9a3a89ac-6dd8-4a6b-97d3-85a7a6a6f053" providerId="ADAL" clId="{098F8610-5319-4C72-BEB2-2C5DDC686FFD}" dt="2026-10-28T05:13:18.290" v="34" actId="20577"/>
          <ac:spMkLst>
            <pc:docMk/>
            <pc:sldMk cId="2502978326" sldId="352"/>
            <ac:spMk id="7" creationId="{00000000-0000-0000-0000-000000000000}"/>
          </ac:spMkLst>
        </pc:spChg>
        <pc:spChg chg="del mod">
          <ac:chgData name="Richard Peng" userId="9a3a89ac-6dd8-4a6b-97d3-85a7a6a6f053" providerId="ADAL" clId="{098F8610-5319-4C72-BEB2-2C5DDC686FFD}" dt="2026-10-28T05:13:12.746" v="33"/>
          <ac:spMkLst>
            <pc:docMk/>
            <pc:sldMk cId="2502978326" sldId="352"/>
            <ac:spMk id="10" creationId="{D18C8FF1-5D26-36AE-F553-D9BF713DA40C}"/>
          </ac:spMkLst>
        </pc:spChg>
      </pc:sldChg>
      <pc:sldChg chg="addSp delSp modSp new mod">
        <pc:chgData name="Richard Peng" userId="9a3a89ac-6dd8-4a6b-97d3-85a7a6a6f053" providerId="ADAL" clId="{098F8610-5319-4C72-BEB2-2C5DDC686FFD}" dt="2026-10-28T06:06:48.927" v="273"/>
        <pc:sldMkLst>
          <pc:docMk/>
          <pc:sldMk cId="1807724039" sldId="353"/>
        </pc:sldMkLst>
        <pc:spChg chg="del">
          <ac:chgData name="Richard Peng" userId="9a3a89ac-6dd8-4a6b-97d3-85a7a6a6f053" providerId="ADAL" clId="{098F8610-5319-4C72-BEB2-2C5DDC686FFD}" dt="2026-10-28T05:51:52.685" v="165" actId="478"/>
          <ac:spMkLst>
            <pc:docMk/>
            <pc:sldMk cId="1807724039" sldId="353"/>
            <ac:spMk id="2" creationId="{7FDA3D97-CEF0-89D9-371F-5130CAAADC71}"/>
          </ac:spMkLst>
        </pc:spChg>
        <pc:spChg chg="del">
          <ac:chgData name="Richard Peng" userId="9a3a89ac-6dd8-4a6b-97d3-85a7a6a6f053" providerId="ADAL" clId="{098F8610-5319-4C72-BEB2-2C5DDC686FFD}" dt="2026-10-28T05:51:52.685" v="165" actId="478"/>
          <ac:spMkLst>
            <pc:docMk/>
            <pc:sldMk cId="1807724039" sldId="353"/>
            <ac:spMk id="3" creationId="{F2C24809-8EA8-5040-357B-10EEFA592EB6}"/>
          </ac:spMkLst>
        </pc:spChg>
        <pc:spChg chg="add mod">
          <ac:chgData name="Richard Peng" userId="9a3a89ac-6dd8-4a6b-97d3-85a7a6a6f053" providerId="ADAL" clId="{098F8610-5319-4C72-BEB2-2C5DDC686FFD}" dt="2026-10-28T05:52:38.889" v="174" actId="1076"/>
          <ac:spMkLst>
            <pc:docMk/>
            <pc:sldMk cId="1807724039" sldId="353"/>
            <ac:spMk id="6" creationId="{E5FF5F62-D453-0B67-4A6E-970827AA6B4D}"/>
          </ac:spMkLst>
        </pc:spChg>
        <pc:spChg chg="add mod">
          <ac:chgData name="Richard Peng" userId="9a3a89ac-6dd8-4a6b-97d3-85a7a6a6f053" providerId="ADAL" clId="{098F8610-5319-4C72-BEB2-2C5DDC686FFD}" dt="2026-10-28T05:56:00.454" v="206" actId="1076"/>
          <ac:spMkLst>
            <pc:docMk/>
            <pc:sldMk cId="1807724039" sldId="353"/>
            <ac:spMk id="22" creationId="{13E9FCFD-28EA-025D-A44B-CB8B91445A58}"/>
          </ac:spMkLst>
        </pc:spChg>
        <pc:spChg chg="add mod">
          <ac:chgData name="Richard Peng" userId="9a3a89ac-6dd8-4a6b-97d3-85a7a6a6f053" providerId="ADAL" clId="{098F8610-5319-4C72-BEB2-2C5DDC686FFD}" dt="2026-10-28T05:56:02.909" v="207" actId="571"/>
          <ac:spMkLst>
            <pc:docMk/>
            <pc:sldMk cId="1807724039" sldId="353"/>
            <ac:spMk id="23" creationId="{E3B79AA4-EF35-F6CD-BEC1-4F543282F57A}"/>
          </ac:spMkLst>
        </pc:spChg>
        <pc:spChg chg="add mod">
          <ac:chgData name="Richard Peng" userId="9a3a89ac-6dd8-4a6b-97d3-85a7a6a6f053" providerId="ADAL" clId="{098F8610-5319-4C72-BEB2-2C5DDC686FFD}" dt="2026-10-28T05:56:14.359" v="208" actId="571"/>
          <ac:spMkLst>
            <pc:docMk/>
            <pc:sldMk cId="1807724039" sldId="353"/>
            <ac:spMk id="25" creationId="{11B3E96E-79E4-4E78-E3B3-53448455697C}"/>
          </ac:spMkLst>
        </pc:spChg>
        <pc:grpChg chg="mod">
          <ac:chgData name="Richard Peng" userId="9a3a89ac-6dd8-4a6b-97d3-85a7a6a6f053" providerId="ADAL" clId="{098F8610-5319-4C72-BEB2-2C5DDC686FFD}" dt="2026-10-28T05:54:10.624" v="188"/>
          <ac:grpSpMkLst>
            <pc:docMk/>
            <pc:sldMk cId="1807724039" sldId="353"/>
            <ac:grpSpMk id="13" creationId="{39C509F1-1125-E738-7BB0-24736296024A}"/>
          </ac:grpSpMkLst>
        </pc:grpChg>
        <pc:grpChg chg="mod">
          <ac:chgData name="Richard Peng" userId="9a3a89ac-6dd8-4a6b-97d3-85a7a6a6f053" providerId="ADAL" clId="{098F8610-5319-4C72-BEB2-2C5DDC686FFD}" dt="2026-10-28T05:54:16.141" v="191"/>
          <ac:grpSpMkLst>
            <pc:docMk/>
            <pc:sldMk cId="1807724039" sldId="353"/>
            <ac:grpSpMk id="16" creationId="{C50CF8F6-93DA-E0CA-02A3-A2C0C3E0F1A6}"/>
          </ac:grpSpMkLst>
        </pc:grpChg>
        <pc:grpChg chg="mod">
          <ac:chgData name="Richard Peng" userId="9a3a89ac-6dd8-4a6b-97d3-85a7a6a6f053" providerId="ADAL" clId="{098F8610-5319-4C72-BEB2-2C5DDC686FFD}" dt="2026-10-28T05:54:20.467" v="194"/>
          <ac:grpSpMkLst>
            <pc:docMk/>
            <pc:sldMk cId="1807724039" sldId="353"/>
            <ac:grpSpMk id="19" creationId="{5B45F578-5FCB-EB5D-CC4D-EF5015EBCF67}"/>
          </ac:grpSpMkLst>
        </pc:grpChg>
        <pc:grpChg chg="mod">
          <ac:chgData name="Richard Peng" userId="9a3a89ac-6dd8-4a6b-97d3-85a7a6a6f053" providerId="ADAL" clId="{098F8610-5319-4C72-BEB2-2C5DDC686FFD}" dt="2026-10-28T05:56:57.173" v="216"/>
          <ac:grpSpMkLst>
            <pc:docMk/>
            <pc:sldMk cId="1807724039" sldId="353"/>
            <ac:grpSpMk id="30" creationId="{3F90ED41-815D-5B63-1E6C-106DBC92C4DB}"/>
          </ac:grpSpMkLst>
        </pc:grpChg>
        <pc:grpChg chg="mod">
          <ac:chgData name="Richard Peng" userId="9a3a89ac-6dd8-4a6b-97d3-85a7a6a6f053" providerId="ADAL" clId="{098F8610-5319-4C72-BEB2-2C5DDC686FFD}" dt="2026-10-28T05:57:04.735" v="230"/>
          <ac:grpSpMkLst>
            <pc:docMk/>
            <pc:sldMk cId="1807724039" sldId="353"/>
            <ac:grpSpMk id="41" creationId="{6887E465-EA4E-CF88-6231-4EC32720FF71}"/>
          </ac:grpSpMkLst>
        </pc:grpChg>
        <pc:grpChg chg="mod">
          <ac:chgData name="Richard Peng" userId="9a3a89ac-6dd8-4a6b-97d3-85a7a6a6f053" providerId="ADAL" clId="{098F8610-5319-4C72-BEB2-2C5DDC686FFD}" dt="2026-10-28T05:57:10.377" v="233"/>
          <ac:grpSpMkLst>
            <pc:docMk/>
            <pc:sldMk cId="1807724039" sldId="353"/>
            <ac:grpSpMk id="44" creationId="{96301380-3276-C4F7-50D9-96A7FD1C4622}"/>
          </ac:grpSpMkLst>
        </pc:grpChg>
        <pc:grpChg chg="mod">
          <ac:chgData name="Richard Peng" userId="9a3a89ac-6dd8-4a6b-97d3-85a7a6a6f053" providerId="ADAL" clId="{098F8610-5319-4C72-BEB2-2C5DDC686FFD}" dt="2026-10-28T06:05:06.167" v="242"/>
          <ac:grpSpMkLst>
            <pc:docMk/>
            <pc:sldMk cId="1807724039" sldId="353"/>
            <ac:grpSpMk id="50" creationId="{01136989-6925-1BCD-702D-1D9EB6002432}"/>
          </ac:grpSpMkLst>
        </pc:grpChg>
        <pc:grpChg chg="del mod">
          <ac:chgData name="Richard Peng" userId="9a3a89ac-6dd8-4a6b-97d3-85a7a6a6f053" providerId="ADAL" clId="{098F8610-5319-4C72-BEB2-2C5DDC686FFD}" dt="2026-10-28T06:05:13.427" v="250"/>
          <ac:grpSpMkLst>
            <pc:docMk/>
            <pc:sldMk cId="1807724039" sldId="353"/>
            <ac:grpSpMk id="53" creationId="{4B04E2AE-DE6B-F88F-CFD9-8CD58224038E}"/>
          </ac:grpSpMkLst>
        </pc:grpChg>
        <pc:grpChg chg="del mod">
          <ac:chgData name="Richard Peng" userId="9a3a89ac-6dd8-4a6b-97d3-85a7a6a6f053" providerId="ADAL" clId="{098F8610-5319-4C72-BEB2-2C5DDC686FFD}" dt="2026-10-28T06:06:43.476" v="269"/>
          <ac:grpSpMkLst>
            <pc:docMk/>
            <pc:sldMk cId="1807724039" sldId="353"/>
            <ac:grpSpMk id="58" creationId="{FBFA67FA-F502-F36E-4842-C8F1CBD3B559}"/>
          </ac:grpSpMkLst>
        </pc:grpChg>
        <pc:grpChg chg="del mod">
          <ac:chgData name="Richard Peng" userId="9a3a89ac-6dd8-4a6b-97d3-85a7a6a6f053" providerId="ADAL" clId="{098F8610-5319-4C72-BEB2-2C5DDC686FFD}" dt="2026-10-28T06:06:48.927" v="273"/>
          <ac:grpSpMkLst>
            <pc:docMk/>
            <pc:sldMk cId="1807724039" sldId="353"/>
            <ac:grpSpMk id="61" creationId="{7BA6A169-605B-CCAB-BCB8-92C629163259}"/>
          </ac:grpSpMkLst>
        </pc:grpChg>
        <pc:grpChg chg="del mod">
          <ac:chgData name="Richard Peng" userId="9a3a89ac-6dd8-4a6b-97d3-85a7a6a6f053" providerId="ADAL" clId="{098F8610-5319-4C72-BEB2-2C5DDC686FFD}" dt="2026-10-28T06:06:43.476" v="269"/>
          <ac:grpSpMkLst>
            <pc:docMk/>
            <pc:sldMk cId="1807724039" sldId="353"/>
            <ac:grpSpMk id="70" creationId="{3C4571A9-6476-C626-054D-3224FDBE79F2}"/>
          </ac:grpSpMkLst>
        </pc:grpChg>
        <pc:grpChg chg="del mod">
          <ac:chgData name="Richard Peng" userId="9a3a89ac-6dd8-4a6b-97d3-85a7a6a6f053" providerId="ADAL" clId="{098F8610-5319-4C72-BEB2-2C5DDC686FFD}" dt="2026-10-28T06:06:43.476" v="269"/>
          <ac:grpSpMkLst>
            <pc:docMk/>
            <pc:sldMk cId="1807724039" sldId="353"/>
            <ac:grpSpMk id="76" creationId="{3BE5AC5B-898C-C418-014C-E0584C281AE2}"/>
          </ac:grpSpMkLst>
        </pc:grpChg>
        <pc:grpChg chg="del mod">
          <ac:chgData name="Richard Peng" userId="9a3a89ac-6dd8-4a6b-97d3-85a7a6a6f053" providerId="ADAL" clId="{098F8610-5319-4C72-BEB2-2C5DDC686FFD}" dt="2026-10-28T06:06:46.726" v="271"/>
          <ac:grpSpMkLst>
            <pc:docMk/>
            <pc:sldMk cId="1807724039" sldId="353"/>
            <ac:grpSpMk id="77" creationId="{4D889002-C4E9-33DD-9758-48DAD9565E17}"/>
          </ac:grpSpMkLst>
        </pc:grpChg>
        <pc:grpChg chg="del mod">
          <ac:chgData name="Richard Peng" userId="9a3a89ac-6dd8-4a6b-97d3-85a7a6a6f053" providerId="ADAL" clId="{098F8610-5319-4C72-BEB2-2C5DDC686FFD}" dt="2026-10-28T06:06:48.927" v="273"/>
          <ac:grpSpMkLst>
            <pc:docMk/>
            <pc:sldMk cId="1807724039" sldId="353"/>
            <ac:grpSpMk id="79" creationId="{FBF6D979-408A-5698-6F2B-08DF98BE1267}"/>
          </ac:grpSpMkLst>
        </pc:grpChg>
        <pc:grpChg chg="mod">
          <ac:chgData name="Richard Peng" userId="9a3a89ac-6dd8-4a6b-97d3-85a7a6a6f053" providerId="ADAL" clId="{098F8610-5319-4C72-BEB2-2C5DDC686FFD}" dt="2026-10-28T06:06:48.927" v="273"/>
          <ac:grpSpMkLst>
            <pc:docMk/>
            <pc:sldMk cId="1807724039" sldId="353"/>
            <ac:grpSpMk id="81" creationId="{2331E88D-E312-646E-2035-95FCBABD39F0}"/>
          </ac:grpSpMkLst>
        </pc:grpChg>
        <pc:picChg chg="add mod">
          <ac:chgData name="Richard Peng" userId="9a3a89ac-6dd8-4a6b-97d3-85a7a6a6f053" providerId="ADAL" clId="{098F8610-5319-4C72-BEB2-2C5DDC686FFD}" dt="2026-10-28T05:55:57.486" v="205" actId="1076"/>
          <ac:picMkLst>
            <pc:docMk/>
            <pc:sldMk cId="1807724039" sldId="353"/>
            <ac:picMk id="5" creationId="{841E2653-B84F-2921-0BA5-883B7E571495}"/>
          </ac:picMkLst>
        </pc:picChg>
        <pc:picChg chg="add del mod">
          <ac:chgData name="Richard Peng" userId="9a3a89ac-6dd8-4a6b-97d3-85a7a6a6f053" providerId="ADAL" clId="{098F8610-5319-4C72-BEB2-2C5DDC686FFD}" dt="2026-10-28T05:55:16.611" v="195" actId="478"/>
          <ac:picMkLst>
            <pc:docMk/>
            <pc:sldMk cId="1807724039" sldId="353"/>
            <ac:picMk id="7" creationId="{39665AF1-9CD9-1B12-35A9-77699C79D84B}"/>
          </ac:picMkLst>
        </pc:picChg>
        <pc:picChg chg="add mod">
          <ac:chgData name="Richard Peng" userId="9a3a89ac-6dd8-4a6b-97d3-85a7a6a6f053" providerId="ADAL" clId="{098F8610-5319-4C72-BEB2-2C5DDC686FFD}" dt="2026-10-28T05:53:53.917" v="181" actId="1076"/>
          <ac:picMkLst>
            <pc:docMk/>
            <pc:sldMk cId="1807724039" sldId="353"/>
            <ac:picMk id="8" creationId="{FBF1917A-9981-5F62-D116-C1941870A2D9}"/>
          </ac:picMkLst>
        </pc:picChg>
        <pc:picChg chg="add mod">
          <ac:chgData name="Richard Peng" userId="9a3a89ac-6dd8-4a6b-97d3-85a7a6a6f053" providerId="ADAL" clId="{098F8610-5319-4C72-BEB2-2C5DDC686FFD}" dt="2026-10-28T05:55:31.013" v="202" actId="1076"/>
          <ac:picMkLst>
            <pc:docMk/>
            <pc:sldMk cId="1807724039" sldId="353"/>
            <ac:picMk id="21" creationId="{BF1C4D1C-05FF-4A2F-66C1-36230D4456F5}"/>
          </ac:picMkLst>
        </pc:picChg>
        <pc:picChg chg="add del mod">
          <ac:chgData name="Richard Peng" userId="9a3a89ac-6dd8-4a6b-97d3-85a7a6a6f053" providerId="ADAL" clId="{098F8610-5319-4C72-BEB2-2C5DDC686FFD}" dt="2026-10-28T05:56:16.501" v="209" actId="478"/>
          <ac:picMkLst>
            <pc:docMk/>
            <pc:sldMk cId="1807724039" sldId="353"/>
            <ac:picMk id="24" creationId="{88B485CA-ED01-27DB-CE26-CB4E0FC34015}"/>
          </ac:picMkLst>
        </pc:picChg>
        <pc:picChg chg="add mod">
          <ac:chgData name="Richard Peng" userId="9a3a89ac-6dd8-4a6b-97d3-85a7a6a6f053" providerId="ADAL" clId="{098F8610-5319-4C72-BEB2-2C5DDC686FFD}" dt="2026-10-28T05:56:46.773" v="213" actId="1076"/>
          <ac:picMkLst>
            <pc:docMk/>
            <pc:sldMk cId="1807724039" sldId="353"/>
            <ac:picMk id="27" creationId="{34CFA931-2F8B-65B5-C911-4F3D43DDB301}"/>
          </ac:picMkLst>
        </pc:picChg>
        <pc:inkChg chg="add del">
          <ac:chgData name="Richard Peng" userId="9a3a89ac-6dd8-4a6b-97d3-85a7a6a6f053" providerId="ADAL" clId="{098F8610-5319-4C72-BEB2-2C5DDC686FFD}" dt="2026-10-28T05:54:01.774" v="183" actId="9405"/>
          <ac:inkMkLst>
            <pc:docMk/>
            <pc:sldMk cId="1807724039" sldId="353"/>
            <ac:inkMk id="9" creationId="{03EE9A8E-DA2A-28BB-B35F-60643624A894}"/>
          </ac:inkMkLst>
        </pc:inkChg>
        <pc:inkChg chg="add del">
          <ac:chgData name="Richard Peng" userId="9a3a89ac-6dd8-4a6b-97d3-85a7a6a6f053" providerId="ADAL" clId="{098F8610-5319-4C72-BEB2-2C5DDC686FFD}" dt="2026-10-28T05:54:05.034" v="185" actId="9405"/>
          <ac:inkMkLst>
            <pc:docMk/>
            <pc:sldMk cId="1807724039" sldId="353"/>
            <ac:inkMk id="10" creationId="{7D309083-E8E3-F09E-9D15-E1B9CA56DB4C}"/>
          </ac:inkMkLst>
        </pc:inkChg>
        <pc:inkChg chg="add mod">
          <ac:chgData name="Richard Peng" userId="9a3a89ac-6dd8-4a6b-97d3-85a7a6a6f053" providerId="ADAL" clId="{098F8610-5319-4C72-BEB2-2C5DDC686FFD}" dt="2026-10-28T05:54:10.624" v="188"/>
          <ac:inkMkLst>
            <pc:docMk/>
            <pc:sldMk cId="1807724039" sldId="353"/>
            <ac:inkMk id="11" creationId="{4CAD4889-D55E-61AA-5186-F1CD6A990BAB}"/>
          </ac:inkMkLst>
        </pc:inkChg>
        <pc:inkChg chg="add mod">
          <ac:chgData name="Richard Peng" userId="9a3a89ac-6dd8-4a6b-97d3-85a7a6a6f053" providerId="ADAL" clId="{098F8610-5319-4C72-BEB2-2C5DDC686FFD}" dt="2026-10-28T05:54:10.624" v="188"/>
          <ac:inkMkLst>
            <pc:docMk/>
            <pc:sldMk cId="1807724039" sldId="353"/>
            <ac:inkMk id="12" creationId="{F5F461D7-05A0-8503-138B-E24680C20F61}"/>
          </ac:inkMkLst>
        </pc:inkChg>
        <pc:inkChg chg="add mod">
          <ac:chgData name="Richard Peng" userId="9a3a89ac-6dd8-4a6b-97d3-85a7a6a6f053" providerId="ADAL" clId="{098F8610-5319-4C72-BEB2-2C5DDC686FFD}" dt="2026-10-28T05:54:16.141" v="191"/>
          <ac:inkMkLst>
            <pc:docMk/>
            <pc:sldMk cId="1807724039" sldId="353"/>
            <ac:inkMk id="14" creationId="{8FCC2FF8-7B53-6132-D98F-924594AA1276}"/>
          </ac:inkMkLst>
        </pc:inkChg>
        <pc:inkChg chg="add mod">
          <ac:chgData name="Richard Peng" userId="9a3a89ac-6dd8-4a6b-97d3-85a7a6a6f053" providerId="ADAL" clId="{098F8610-5319-4C72-BEB2-2C5DDC686FFD}" dt="2026-10-28T05:54:16.141" v="191"/>
          <ac:inkMkLst>
            <pc:docMk/>
            <pc:sldMk cId="1807724039" sldId="353"/>
            <ac:inkMk id="15" creationId="{D1AD1241-C7E6-16BD-F42B-0AAC7DB570DA}"/>
          </ac:inkMkLst>
        </pc:inkChg>
        <pc:inkChg chg="add mod">
          <ac:chgData name="Richard Peng" userId="9a3a89ac-6dd8-4a6b-97d3-85a7a6a6f053" providerId="ADAL" clId="{098F8610-5319-4C72-BEB2-2C5DDC686FFD}" dt="2026-10-28T05:54:20.467" v="194"/>
          <ac:inkMkLst>
            <pc:docMk/>
            <pc:sldMk cId="1807724039" sldId="353"/>
            <ac:inkMk id="17" creationId="{5EB39E9C-FCFD-B462-0236-2160F4FB9F2E}"/>
          </ac:inkMkLst>
        </pc:inkChg>
        <pc:inkChg chg="add mod">
          <ac:chgData name="Richard Peng" userId="9a3a89ac-6dd8-4a6b-97d3-85a7a6a6f053" providerId="ADAL" clId="{098F8610-5319-4C72-BEB2-2C5DDC686FFD}" dt="2026-10-28T05:54:20.467" v="194"/>
          <ac:inkMkLst>
            <pc:docMk/>
            <pc:sldMk cId="1807724039" sldId="353"/>
            <ac:inkMk id="18" creationId="{DE47C78C-E5FE-24FC-71C2-1D315670150B}"/>
          </ac:inkMkLst>
        </pc:inkChg>
        <pc:inkChg chg="add mod">
          <ac:chgData name="Richard Peng" userId="9a3a89ac-6dd8-4a6b-97d3-85a7a6a6f053" providerId="ADAL" clId="{098F8610-5319-4C72-BEB2-2C5DDC686FFD}" dt="2026-10-28T05:56:57.173" v="216"/>
          <ac:inkMkLst>
            <pc:docMk/>
            <pc:sldMk cId="1807724039" sldId="353"/>
            <ac:inkMk id="28" creationId="{FB895F8B-F131-3E1B-AAC0-B9094248EA8A}"/>
          </ac:inkMkLst>
        </pc:inkChg>
        <pc:inkChg chg="add mod">
          <ac:chgData name="Richard Peng" userId="9a3a89ac-6dd8-4a6b-97d3-85a7a6a6f053" providerId="ADAL" clId="{098F8610-5319-4C72-BEB2-2C5DDC686FFD}" dt="2026-10-28T05:56:57.173" v="216"/>
          <ac:inkMkLst>
            <pc:docMk/>
            <pc:sldMk cId="1807724039" sldId="353"/>
            <ac:inkMk id="29" creationId="{6174039E-8CD0-D893-3D53-D53BD4344F9C}"/>
          </ac:inkMkLst>
        </pc:inkChg>
        <pc:inkChg chg="add del">
          <ac:chgData name="Richard Peng" userId="9a3a89ac-6dd8-4a6b-97d3-85a7a6a6f053" providerId="ADAL" clId="{098F8610-5319-4C72-BEB2-2C5DDC686FFD}" dt="2026-10-28T05:56:59.965" v="222" actId="9405"/>
          <ac:inkMkLst>
            <pc:docMk/>
            <pc:sldMk cId="1807724039" sldId="353"/>
            <ac:inkMk id="31" creationId="{A01E5C5A-B1DE-9D0C-0D59-FD9D48D0BD44}"/>
          </ac:inkMkLst>
        </pc:inkChg>
        <pc:inkChg chg="add del">
          <ac:chgData name="Richard Peng" userId="9a3a89ac-6dd8-4a6b-97d3-85a7a6a6f053" providerId="ADAL" clId="{098F8610-5319-4C72-BEB2-2C5DDC686FFD}" dt="2026-10-28T05:56:58.685" v="219" actId="9405"/>
          <ac:inkMkLst>
            <pc:docMk/>
            <pc:sldMk cId="1807724039" sldId="353"/>
            <ac:inkMk id="32" creationId="{CA55FE35-A39C-B734-2E05-785DFC33741A}"/>
          </ac:inkMkLst>
        </pc:inkChg>
        <pc:inkChg chg="add del">
          <ac:chgData name="Richard Peng" userId="9a3a89ac-6dd8-4a6b-97d3-85a7a6a6f053" providerId="ADAL" clId="{098F8610-5319-4C72-BEB2-2C5DDC686FFD}" dt="2026-10-28T05:56:59.610" v="221" actId="9405"/>
          <ac:inkMkLst>
            <pc:docMk/>
            <pc:sldMk cId="1807724039" sldId="353"/>
            <ac:inkMk id="33" creationId="{F2DEFC43-0820-D8BE-21FB-682B7B20AEE0}"/>
          </ac:inkMkLst>
        </pc:inkChg>
        <pc:inkChg chg="add mod">
          <ac:chgData name="Richard Peng" userId="9a3a89ac-6dd8-4a6b-97d3-85a7a6a6f053" providerId="ADAL" clId="{098F8610-5319-4C72-BEB2-2C5DDC686FFD}" dt="2026-10-28T05:57:04.735" v="230"/>
          <ac:inkMkLst>
            <pc:docMk/>
            <pc:sldMk cId="1807724039" sldId="353"/>
            <ac:inkMk id="34" creationId="{700D05DB-3384-9E7C-0DA4-27C630824201}"/>
          </ac:inkMkLst>
        </pc:inkChg>
        <pc:inkChg chg="add mod">
          <ac:chgData name="Richard Peng" userId="9a3a89ac-6dd8-4a6b-97d3-85a7a6a6f053" providerId="ADAL" clId="{098F8610-5319-4C72-BEB2-2C5DDC686FFD}" dt="2026-10-28T05:57:04.735" v="230"/>
          <ac:inkMkLst>
            <pc:docMk/>
            <pc:sldMk cId="1807724039" sldId="353"/>
            <ac:inkMk id="35" creationId="{E2AB48E0-A239-F403-2159-E3C5BE6D3CBB}"/>
          </ac:inkMkLst>
        </pc:inkChg>
        <pc:inkChg chg="add mod">
          <ac:chgData name="Richard Peng" userId="9a3a89ac-6dd8-4a6b-97d3-85a7a6a6f053" providerId="ADAL" clId="{098F8610-5319-4C72-BEB2-2C5DDC686FFD}" dt="2026-10-28T05:57:04.735" v="230"/>
          <ac:inkMkLst>
            <pc:docMk/>
            <pc:sldMk cId="1807724039" sldId="353"/>
            <ac:inkMk id="36" creationId="{C8D12719-8070-8B3E-9E69-7443256B3DC2}"/>
          </ac:inkMkLst>
        </pc:inkChg>
        <pc:inkChg chg="add mod">
          <ac:chgData name="Richard Peng" userId="9a3a89ac-6dd8-4a6b-97d3-85a7a6a6f053" providerId="ADAL" clId="{098F8610-5319-4C72-BEB2-2C5DDC686FFD}" dt="2026-10-28T05:57:04.735" v="230"/>
          <ac:inkMkLst>
            <pc:docMk/>
            <pc:sldMk cId="1807724039" sldId="353"/>
            <ac:inkMk id="37" creationId="{AE3370D8-04BA-1D79-005C-549AA39ED1B8}"/>
          </ac:inkMkLst>
        </pc:inkChg>
        <pc:inkChg chg="add mod">
          <ac:chgData name="Richard Peng" userId="9a3a89ac-6dd8-4a6b-97d3-85a7a6a6f053" providerId="ADAL" clId="{098F8610-5319-4C72-BEB2-2C5DDC686FFD}" dt="2026-10-28T05:57:04.735" v="230"/>
          <ac:inkMkLst>
            <pc:docMk/>
            <pc:sldMk cId="1807724039" sldId="353"/>
            <ac:inkMk id="38" creationId="{CC127C82-94AA-E553-78BE-2670FAC22907}"/>
          </ac:inkMkLst>
        </pc:inkChg>
        <pc:inkChg chg="add mod">
          <ac:chgData name="Richard Peng" userId="9a3a89ac-6dd8-4a6b-97d3-85a7a6a6f053" providerId="ADAL" clId="{098F8610-5319-4C72-BEB2-2C5DDC686FFD}" dt="2026-10-28T05:57:04.735" v="230"/>
          <ac:inkMkLst>
            <pc:docMk/>
            <pc:sldMk cId="1807724039" sldId="353"/>
            <ac:inkMk id="39" creationId="{B5298397-A74A-5ACB-C392-2903FAD81B8E}"/>
          </ac:inkMkLst>
        </pc:inkChg>
        <pc:inkChg chg="add mod">
          <ac:chgData name="Richard Peng" userId="9a3a89ac-6dd8-4a6b-97d3-85a7a6a6f053" providerId="ADAL" clId="{098F8610-5319-4C72-BEB2-2C5DDC686FFD}" dt="2026-10-28T05:57:04.735" v="230"/>
          <ac:inkMkLst>
            <pc:docMk/>
            <pc:sldMk cId="1807724039" sldId="353"/>
            <ac:inkMk id="40" creationId="{2F6A340C-DAE3-B622-A935-910F1C246DEB}"/>
          </ac:inkMkLst>
        </pc:inkChg>
        <pc:inkChg chg="add mod">
          <ac:chgData name="Richard Peng" userId="9a3a89ac-6dd8-4a6b-97d3-85a7a6a6f053" providerId="ADAL" clId="{098F8610-5319-4C72-BEB2-2C5DDC686FFD}" dt="2026-10-28T05:57:10.377" v="233"/>
          <ac:inkMkLst>
            <pc:docMk/>
            <pc:sldMk cId="1807724039" sldId="353"/>
            <ac:inkMk id="42" creationId="{0CF7A765-E9AF-149D-222D-E4C70A7AA33A}"/>
          </ac:inkMkLst>
        </pc:inkChg>
        <pc:inkChg chg="add mod">
          <ac:chgData name="Richard Peng" userId="9a3a89ac-6dd8-4a6b-97d3-85a7a6a6f053" providerId="ADAL" clId="{098F8610-5319-4C72-BEB2-2C5DDC686FFD}" dt="2026-10-28T05:57:10.377" v="233"/>
          <ac:inkMkLst>
            <pc:docMk/>
            <pc:sldMk cId="1807724039" sldId="353"/>
            <ac:inkMk id="43" creationId="{1DEE2029-3D78-FF34-9AA5-5783243ED768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45" creationId="{4F9BDCF4-5852-C920-7551-D8E470D76EA3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46" creationId="{4C8DCA77-C023-E9AD-09D2-C95058BF3AFB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47" creationId="{B7B8DAC0-CCF5-FE19-8A04-AE93B614F205}"/>
          </ac:inkMkLst>
        </pc:inkChg>
        <pc:inkChg chg="add del mod">
          <ac:chgData name="Richard Peng" userId="9a3a89ac-6dd8-4a6b-97d3-85a7a6a6f053" providerId="ADAL" clId="{098F8610-5319-4C72-BEB2-2C5DDC686FFD}" dt="2026-10-28T06:05:06.167" v="242"/>
          <ac:inkMkLst>
            <pc:docMk/>
            <pc:sldMk cId="1807724039" sldId="353"/>
            <ac:inkMk id="48" creationId="{2D216CF6-6516-DE61-1ED2-8D997C57A6EC}"/>
          </ac:inkMkLst>
        </pc:inkChg>
        <pc:inkChg chg="add del">
          <ac:chgData name="Richard Peng" userId="9a3a89ac-6dd8-4a6b-97d3-85a7a6a6f053" providerId="ADAL" clId="{098F8610-5319-4C72-BEB2-2C5DDC686FFD}" dt="2026-10-28T06:05:05.678" v="239" actId="9405"/>
          <ac:inkMkLst>
            <pc:docMk/>
            <pc:sldMk cId="1807724039" sldId="353"/>
            <ac:inkMk id="49" creationId="{6D4E0062-4F6F-8D8A-6317-9F96A5B78875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51" creationId="{D8412214-860E-8A2C-3EA2-4EC7F9756CB6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52" creationId="{229C96FF-E64B-1645-0459-9CA6DC00AE4C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54" creationId="{2A3BF3F9-87BF-0BB5-CAC5-5789D116C5FF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55" creationId="{54FDFB40-B96E-9214-721D-0FCDED395F87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56" creationId="{F208DFCB-754E-902A-5511-B3F58CF59249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57" creationId="{931A95FA-C7DC-7023-5C7F-C1A8864277AC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59" creationId="{F14ED0CA-73E1-2DBE-485E-DE49CFAB07CC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60" creationId="{3B3BA879-ABE7-340B-9CC6-EE9AE19FF5B3}"/>
          </ac:inkMkLst>
        </pc:inkChg>
        <pc:inkChg chg="add del">
          <ac:chgData name="Richard Peng" userId="9a3a89ac-6dd8-4a6b-97d3-85a7a6a6f053" providerId="ADAL" clId="{098F8610-5319-4C72-BEB2-2C5DDC686FFD}" dt="2026-10-28T06:06:31.363" v="255" actId="9405"/>
          <ac:inkMkLst>
            <pc:docMk/>
            <pc:sldMk cId="1807724039" sldId="353"/>
            <ac:inkMk id="62" creationId="{9854AEF5-53E2-CCB0-A299-2E020E24047A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63" creationId="{1E38BA7B-CFAA-E0BB-244B-78AC0F82ECFA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64" creationId="{70DEBF33-F838-A01F-C528-5D17A33657C8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65" creationId="{DDDC0245-0D88-317A-6A25-0F51F69BBE20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66" creationId="{AF9A7D4B-CBF2-D66D-8D66-057D8C82C931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67" creationId="{BE902CFA-49A0-ABE2-8866-EEE6662B992E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68" creationId="{30661D7A-9B95-8C49-13EC-E6AE444287FF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69" creationId="{645EDF2F-EDF0-950D-BAED-8C787DADA38B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71" creationId="{02DEE2F2-3D63-356A-0D9F-6FE2CD16B957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72" creationId="{E479C87F-B2CD-C05B-09D6-61AE1FBB5814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73" creationId="{1D42A5FC-39E5-6801-3B84-19CBA152D8EE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74" creationId="{3A412229-3495-33C9-0F78-20C06303BD60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75" creationId="{E49F774A-8CAB-6E44-48E4-63EAFB7581F4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78" creationId="{12E265B3-CA41-7672-4696-D9D8CDFF4032}"/>
          </ac:inkMkLst>
        </pc:inkChg>
        <pc:inkChg chg="add mod">
          <ac:chgData name="Richard Peng" userId="9a3a89ac-6dd8-4a6b-97d3-85a7a6a6f053" providerId="ADAL" clId="{098F8610-5319-4C72-BEB2-2C5DDC686FFD}" dt="2026-10-28T06:06:48.927" v="273"/>
          <ac:inkMkLst>
            <pc:docMk/>
            <pc:sldMk cId="1807724039" sldId="353"/>
            <ac:inkMk id="80" creationId="{5A83C65B-71DB-DE09-D8DB-5327CA964D57}"/>
          </ac:inkMkLst>
        </pc:inkChg>
      </pc:sldChg>
      <pc:sldMasterChg chg="delSldLayout">
        <pc:chgData name="Richard Peng" userId="9a3a89ac-6dd8-4a6b-97d3-85a7a6a6f053" providerId="ADAL" clId="{098F8610-5319-4C72-BEB2-2C5DDC686FFD}" dt="2026-10-28T05:21:46.520" v="38" actId="47"/>
        <pc:sldMasterMkLst>
          <pc:docMk/>
          <pc:sldMasterMk cId="0" sldId="2147483648"/>
        </pc:sldMasterMkLst>
        <pc:sldLayoutChg chg="del">
          <pc:chgData name="Richard Peng" userId="9a3a89ac-6dd8-4a6b-97d3-85a7a6a6f053" providerId="ADAL" clId="{098F8610-5319-4C72-BEB2-2C5DDC686FFD}" dt="2026-10-28T05:21:46.520" v="38" actId="47"/>
          <pc:sldLayoutMkLst>
            <pc:docMk/>
            <pc:sldMasterMk cId="0" sldId="2147483648"/>
            <pc:sldLayoutMk cId="0" sldId="2147483664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17:08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529 1704 24575,'-2'0'0,"0"0"0,1 0 0,-1 0 0,0-1 0,1 1 0,-1 0 0,0-1 0,1 1 0,-1-1 0,1 0 0,-1 1 0,0-1 0,1 0 0,0 0 0,-3-1 0,-18-29 0,-3-15 0,3-1 0,-33-99 0,-17-117 0,42 145 0,-217-782 0,241 881 0,0 0 0,1 1 0,1-1 0,-2-22 0,6 40 0,0 0 0,0 0 0,0 0 0,0 0 0,0 0 0,0 0 0,0 0 0,0 0 0,1 0 0,-1 0 0,0 0 0,0 0 0,1 0 0,-1 0 0,1 0 0,-1 0 0,1 0 0,-1 0 0,1 1 0,0-1 0,-1 0 0,1 0 0,0 1 0,0-1 0,-1 0 0,1 1 0,2-2 0,-1 2 0,0-1 0,1 1 0,-1-1 0,0 1 0,1 0 0,-1 0 0,0 0 0,1 0 0,-1 1 0,0-1 0,1 1 0,1 0 0,14 5 0,-2 0 0,29 16 0,-28-13 0,455 187 0,-297-144-341,2-8 0,1-7-1,204 14 1,-232-39-6485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2:37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24575,'-15'243'0,"7"-160"0,3-1 0,7 92 0,-2-170 0,0 0 0,1 0 0,0-1 0,0 1 0,0 0 0,0 0 0,1 0 0,0-1 0,-1 1 0,1-1 0,0 1 0,1-1 0,-1 0 0,1 0 0,-1 0 0,1 0 0,0 0 0,0-1 0,0 1 0,0-1 0,1 0 0,-1 0 0,1 0 0,-1 0 0,6 1 0,8 2 0,2 0 0,-1-1 0,0-1 0,27 2 0,-12-2 0,684 46 0,6-42 0,-547-7 0,856-19 0,-560 8 0,593 62 0,-70 7 0,2-57 0,-515-4 0,556-13 0,-588 7 0,1430-97 0,-131 3 0,-1548 97 0,1362-20 0,-925-3 0,0-36 0,-356 43 0,-19 15 0,1375 10 0,-1150 4 0,63-31 0,37 2 0,-573 22 0,0 1 0,1 1 0,-1 0 0,0 1 0,0 1 0,0 0 0,-1 1 0,1 0 0,14 9 0,-20-9 0,0 1 0,-1 0 0,0 0 0,0 1 0,-1 0 0,1 1 0,-2-1 0,1 1 0,-1 1 0,0-1 0,-1 1 0,0 0 0,0 0 0,6 18 0,12 50 0,15 79 0,-14-47 0,-12-67 0,-2 0 0,-2 1 0,-2 0 0,-2 0 0,-2 0 0,-3 51 0,0-91 0,1 0 0,-1 0 0,1 0 0,-1 0 0,0 0 0,0 0 0,0 0 0,-1 0 0,1-1 0,-1 1 0,1-1 0,-1 1 0,0-1 0,0 1 0,0-1 0,0 0 0,-1 0 0,1 0 0,-1 0 0,1-1 0,-1 1 0,1-1 0,-1 1 0,0-1 0,0 0 0,0 0 0,-5 1 0,-7 1 0,-1-1 0,0 0 0,1-1 0,-24-2 0,10 1 0,-468-21 0,202 6 0,-1077-9 0,1347 24 0,6 0 0,0 0 0,0 1 0,0 1 0,0 1 0,-34 9 0,51-10 0,-1-1 0,0 0 0,0 1 0,1 0 0,-1 0 0,1 0 0,-1 0 0,1 0 0,0 0 0,0 1 0,0-1 0,0 1 0,0-1 0,0 1 0,1 0 0,-1 0 0,1-1 0,0 1 0,0 0 0,0 0 0,0 1 0,1-1 0,-1 0 0,0 4 0,1 8 0,0-1 0,1 1 0,0-1 0,4 16 0,-2-11 0,33 207 0,-12-91 0,-5 0 0,1 216 0,-38-111 0,10-172-1365,6-41-5461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2:39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24575,'1427'-78'0,"-1064"57"0,428 30 0,-497 19 0,-176-12 0,109 18 0,-213-31 0,1 0 0,-1 1 0,0 0 0,0 1 0,17 9 0,-24-10 0,-1 0 0,0 0 0,0 1 0,-1-1 0,1 1 0,-1 1 0,0-1 0,-1 1 0,1 0 0,-1 0 0,0 0 0,5 12 0,3 11 0,-1 2 0,-1-1 0,-1 1 0,-2 1 0,4 45 0,2 164 0,-12-186 0,-1 363 0,-2-167 0,2-248-62,0-1 0,0 1 0,0-1 0,0 0 0,0 1 0,0-1 0,-1 1 0,1-1 0,-1 0 0,1 1 0,-1-1 0,0 0-1,0 0 1,0 1 0,0-1 0,-1 0 0,1 0 0,-1 0 0,1 0 0,-1-1 0,-2 4 0,-19 7-6764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2:41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24575,'198'115'0,"-142"-79"0,2-2 0,1-2 0,64 23 0,-85-43 0,-25-8 0,0 0 0,-1 0 0,0 1 0,0 0 0,19 13 0,-29-16 0,0 0 0,0 0 0,-1 0 0,1 0 0,0 0 0,-1 0 0,0 0 0,0 1 0,1-1 0,-1 0 0,-1 1 0,1-1 0,0 1 0,-1-1 0,1 1 0,-1 0 0,0-1 0,1 1 0,-1-1 0,-1 1 0,1 0 0,0-1 0,-1 1 0,1-1 0,-1 1 0,0-1 0,1 1 0,-1-1 0,-2 3 0,-4 11 0,0-1 0,-2 1 0,-12 17 0,10-16 0,-87 126-1365,77-114-5461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2:42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24575,'8'0'0,"9"0"0,14 9 0,15 12 0,5 20 0,2 12 0,-3-2 0,-6-2 0,-10-4 0,-11-1 0,-4-7 0,-2-38 0,10-32 0,14-33 0,4-9 0,0-2 0,0 13 0,-6 17-8191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2:43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24575,'5'0'0,"10"4"0,7 11 0,4 7 0,7 14 0,7 13 0,1 8 0,-2-1 0,-7-1 0,-6-6 0,-1-29 0,12-31 0,13-32 0,17-22 0,6-14 0,-6 7 0,-13 11 0,-17 16-8191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4:42.1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1 24575,'-6'8'0,"0"0"0,1 0 0,0 1 0,0 0 0,1 0 0,0 0 0,1 0 0,-3 13 0,-6 10 0,-20 63 0,-26 130 0,-4 108 0,26-87 0,-9 472 0,45-689 0,1-1 0,2 1 0,1-1 0,1 0 0,1 0 0,2 0 0,0-1 0,2 0 0,1-1 0,1 0 0,2-1 0,0 0 0,2-1 0,0 0 0,31 32 0,-16-24 0,1-2 0,1-2 0,1-1 0,2-1 0,0-2 0,2-2 0,0-1 0,2-2 0,76 26 0,21-5 0,259 40 0,181-4 0,174-4-326,2969 205-1646,-2410-139 1904,-245 70 68,-15 66 0,-885-221 159,165 78 1,-292-114 203,-2 2-1,0 1 1,48 38 0,-64-41-289,-2 0 1,1 1-1,-2 0 1,-1 2-1,0 0 0,22 39 1,-7-1-55,-2 1 1,-4 2-1,24 79 1,35 201-28,-31-73 7,-12 2 0,-12 1 0,-12 2 0,-11 0 0,-42 374 0,20-516 0,-5-1 0,-7-1 0,-44 128 0,44-181 0,-2-1 0,-4-1 0,-4-1 0,-2-3 0,-3-1 0,-60 71 0,99-134 0,-356 423 0,-34-30 0,258-286 0,-77 72 0,161-138 0,-85 62 0,22-21 0,11-4 0,-79 69 0,161-130 0,1 2 0,-30 42 0,39-48 0,-1-1 0,-1-1 0,0 0 0,-1-1 0,-1 0 0,0-1 0,-21 13 0,10-12-455,0-2 0,-56 22 0,20-16-6371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4:43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1090 24575,'1'-5'0,"1"0"0,-1 0 0,1 1 0,0-1 0,0 1 0,1-1 0,0 1 0,-1 0 0,1 0 0,0 0 0,1 0 0,-1 1 0,1-1 0,4-2 0,13-18 0,613-750 0,-607 743 0,1 1 0,1 1 0,1 2 0,2 1 0,1 2 0,48-28 0,-80 51 0,0 1 0,0-1 0,0 0 0,0 1 0,0-1 0,0 1 0,0-1 0,0 1 0,0 0 0,0-1 0,0 1 0,0 0 0,0 0 0,1 0 0,-1 0 0,0 0 0,0 0 0,0 0 0,0 0 0,0 0 0,0 1 0,1-1 0,-1 0 0,0 1 0,0-1 0,0 1 0,0-1 0,1 2 0,0 0 0,-1 1 0,1-1 0,0 1 0,-1 0 0,0 0 0,1 0 0,-1 0 0,0 0 0,-1 0 0,1 0 0,0 3 0,7 57 0,-2 0 0,-5 125 0,-3-97 0,-2 247-1365,2-198-5461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4:47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16142 841 24575,'-2'-5'0,"1"0"0,-1 0 0,-1 0 0,1 0 0,-1 1 0,0-1 0,0 1 0,0-1 0,0 1 0,-1 0 0,-7-7 0,-5-6 0,-47-66 0,9 10 0,-123-128 0,132 159 0,-2 2 0,-2 2 0,-1 2 0,-1 3 0,-2 2 0,-2 2 0,0 2 0,-2 3 0,0 3 0,-2 2 0,-120-23 0,55 28 0,1 5 0,-237 14 0,-250 64 0,-189 65 0,555-80 0,-302 108 0,445-122 0,1 4 0,2 4 0,2 5 0,2 3 0,4 5 0,2 4 0,2 3 0,4 5 0,3 2 0,4 4 0,3 3 0,4 4 0,3 2 0,-57 105 0,41-51 0,7 3 0,6 4 0,6 2 0,-70 265 0,9 230 0,43-197 0,-244 820 0,-79-13 0,146-474 0,-26 66 0,-43-20 0,259-676 0,-266 548 0,278-603 0,-4-4 0,-4-2 0,-4-2 0,-154 155 0,173-202 0,-2-2 0,-1-3 0,-2-2 0,-2-2 0,-1-2 0,-1-3 0,-84 28 0,2-11 0,-2-7 0,-154 22 0,-598 42 0,7-61 0,771-37 0,-303 4 0,280-12 0,-148-24 0,-46-30 0,3-15 0,-351-127 0,47-62 0,43-46 0,198 74 0,-387-303 0,576 365 0,161 150-1365,9 16-5461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4:49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1087 24575,'5'-6'0,"1"-1"0,-2 0 0,1 0 0,-1 0 0,0-1 0,-1 0 0,5-14 0,3-5 0,61-143 0,162-435 0,-192 475 0,-41 126 0,0 0 0,1 0 0,-1 0 0,1 0 0,-1 0 0,1 1 0,0-1 0,0 1 0,1-1 0,-1 1 0,1 0 0,0 0 0,0 0 0,0 0 0,0 1 0,0-1 0,4-1 0,-1 0 0,1 1 0,0 1 0,-1-1 0,1 1 0,0 0 0,0 1 0,0-1 0,0 1 0,8 1 0,14 0 0,0 2 0,0 1 0,52 13 0,-72-14 0,434 114-1365,-377-101-5461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8:38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1059 1 24575,'-4'0'0,"0"1"0,1 0 0,-1-1 0,0 2 0,1-1 0,-1 0 0,1 1 0,-1 0 0,1-1 0,0 1 0,0 1 0,-5 3 0,-37 37 0,28-27 0,-56 62 0,3 2 0,4 4 0,-98 161 0,124-174 0,-51 124 0,-11 84 0,-7 16 0,63-186 0,-6 11 0,-42 147 0,83-226 0,2-1 0,1 2 0,3-1 0,1 1 0,2 0 0,1 0 0,11 77 0,-5-94 0,2 1 0,1-1 0,1 0 0,1 0 0,1-1 0,1-1 0,2 0 0,0-1 0,1 0 0,1-1 0,19 19 0,22 18 0,2-2 0,82 60 0,-123-103 0,1 0 0,0-1 0,1 0 0,0-2 0,1 0 0,0-2 0,1 0 0,-1-1 0,1-1 0,1-2 0,-1 0 0,1-1 0,0-1 0,23-1 0,434-15 0,-450 14 0,-1-2 0,1-1 0,0-1 0,-1-1 0,0-2 0,35-12 0,-47 12 0,-1 0 0,0-1 0,0-1 0,-1-1 0,0 0 0,-1-1 0,0 0 0,-1-1 0,0-1 0,-1 0 0,19-26 0,11-26 0,-2-2 0,-3-1 0,-3-2 0,42-127 0,-44 91 0,-4-1 0,22-193 0,-47 273 0,-2 1 0,-1-1 0,0 1 0,-3-1 0,0 1 0,-7-29 0,-1 17 0,-2 0 0,-1 1 0,-26-50 0,-102-162 0,121 219 0,0 1 0,-2 1 0,-1 1 0,-1 1 0,-55-43 0,57 54 0,0 1 0,-1 1 0,-1 1 0,1 1 0,-2 2 0,-29-8 0,-162-26 0,116 26 0,-126-36 92,107 22-1549,62 18-5369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8:40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6703 24575,'131'-149'0,"52"-44"0,117-86 0,243-115-615,378-143-1847,463-119 1070,436-65-1717,370-14 1663,249 33-1232,773-81 495,3424-375 0,-4723 944 2064,-310 92 450,-288 67-50,-263 50 511,-228 40-176,-186 33 1054,-319-11 109,-2 13 0,362 132 0,567 278 2545,-821-307-3046,-322-132-1020,299 129 686,-330-134-858,0 2 0,-3 4 0,82 64 0,-125-84-85,0 1 0,-2 0-1,-1 2 1,0 1-1,-2 0 1,-1 2 0,-1 0-1,-2 1 1,-1 1 0,-1 1-1,-1 0 1,-2 1-1,-1 0 1,-2 1 0,-1 0-1,-2 1 1,-1-1 0,1 50-1,-7 262 0,6 84 0,58 760 0,-62 103 85,-3-616-1535,2-605-5376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8:41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24575,'7'0'0,"30"0"0,21 20 0,30 28 0,13 19 0,-5 6 0,-10-38 0,-14-39 0,-5-31 0,-8-18 0,1-5 0,-10-1 0,-14 10-8191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9:02.5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966 136 24575,'0'0'0,"-21"7"0,-47 19 0,-39 22 0,-36 25 0,-13 19 0,14 7 0,30-6 0,95-74 0,0-1 0,1 0 0,-14 24 0,18-28 0,2 3 0,1-1 0,-10 23 0,7-16 0,4-1 0,-6 24 0,-4 33 0,9-1 0,7-10 0,-5 8 0,2-7 0,0 2 0,1-6 0,1 1 0,9 3 0,2-6 0,8-4 0,7 1 0,7 4 0,12 13 0,5-4 0,2-4 0,-1-8 0,-2-8 0,-1-5 0,-10-4 0,7 5 0,-1-1 0,9-1 0,8 7 0,8 6 0,15 8 0,-3-12 0,-14-3 0,-1-14 0,-7-5 0,-5-1 0,11-9 0,30-6 0,22-7 0,22-5 0,6-11 0,1-19 0,-3-10 0,-6-15 0,5-20 0,-97 42 0,42-32 0,39-51 0,-27 6 0,-70 71 0,26-44 0,-32 41 0,21-49 0,-28 49 0,15-60 0,5-54 0,-4-1 0,-7-14 0,-15-2 0,-7-2 0,-19 8 0,-19 3 0,-8 9 0,-13 8 0,-8 8 0,-7 22 0,3 21 0,6 26 0,16 15 0,-2 19 0,39 25 0,2 2 0,0 0 0,-20-4 0,-55 0 0,-39 5 0,-5 3 0,-15 2 0,-1 1 0,4 14 0,12 1 0,22-1 0,21 4 0,18 5 0,22 4 0,17-5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9:06.2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306.80334"/>
      <inkml:brushProperty name="anchorY" value="1235.71753"/>
      <inkml:brushProperty name="scaleFactor" value="0.5"/>
    </inkml:brush>
  </inkml:definitions>
  <inkml:trace contextRef="#ctx0" brushRef="#br0">0 746 24575,'0'0'0,"7"0"0,11 0 0,6 16 0,24 32 0,5 34 0,11 22 0,-1 7 0,13 0 0,-4-14 0,10-7 0,2-6 0,10-4 0,16-2 0,15 0 0,23-8 0,10 0 0,0-7 0,-6-6 0,0-7 0,16 12 0,43-2 0,43 13 0,33 13 0,23-4 0,-10 1 0,-19-8 0,-14-2 0,-37-8 0,55 1 0,5 1 0,67 12 0,91 19 0,66 11 0,50 2 0,25 3-1054,-14-13 1355,-27-7-451,-39-6 150,-20-6 0,-22-2 0,-13-9-182,-16-1 234,18 0-78,16-5 26,33 1 0,24 3 0,-13-5 0,-37-6 0,-36-5 0,-47-5 0,-74-12 0,-57-11 0,-57-9 0,-33-8 0,19-5 0,106 12 0,146 16 0,111 16 0,82 6 98,-15 2-126,-58-10 42,-76-11-14,-56-11 0,-19-19 0,-26-6 183,-29-21-236,-49-17 79,-48 0-26,-40-4 0,9-7 0,29-1 956,-11-6-1229,51 1 409,32-5-136,53-5 0,39-4 0,7-13 0,-14 6 0,-69 6 0,-81 0 0,-55 9 0,-23-2 0,10-2 0,17-11 0,20-4 0,1-3 0,-18 7 0,-9 2 0,-23 0 0,-21 0 0,-27-1 0,-30 6 0,-10 1 0,-3-2 0,18-10 0,5-2 0,-2-2 0,9 0 0,9-7 0,-1 1 0,8-7 0,13-22 0,6-6 0,3-5 0,-6 0 0,-10-6 0,-16 1 0,-17 20 0,-22 19 0,-11 20 0,-15 9 0,-3 11 0,16-9 0,19-3 0,4-12 0,9-4 0,-4-10 0,2 0 0,-5-7 0,1-5 0,-6-5 0,-21 4 0,-14 22 0,-37 40 0,-26 38 0,-10 10 0,-10 9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39:07.17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0975.30078"/>
      <inkml:brushProperty name="anchorY" value="699.40179"/>
      <inkml:brushProperty name="scaleFactor" value="0.5"/>
    </inkml:brush>
  </inkml:definitions>
  <inkml:trace contextRef="#ctx0" brushRef="#br0">0 634 24575,'0'0'0,"14"-7"0,61-34 0,16-1 0,21-22 0,27-9 0,-10 1 0,-8 5 0,-12 6 0,-18 15 0,-25 7 0,-7 3 0,-9 10 0,-6 0 0,-4 6 0,-1 6 0,-35 17 0,-2-2 0,1-1 0,0 0 0,0 1 0,0-1 0,-1 1 0,1 0 0,0 0 0,-1 0 0,1 0 0,-1 1 0,4 1 0,0 1 0,-1 0 0,0 1 0,0-1 0,0 1 0,7 9 0,-2 4 0,-2-2 0,13 30 0,18 72 0,-7 26 0,-1 17 0,-7 1 0,-7-22 0,-6-26 0,-5-32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46:44.35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3700.01172"/>
      <inkml:brushProperty name="anchorY" value="-987.96942"/>
      <inkml:brushProperty name="scaleFactor" value="0.5"/>
    </inkml:brush>
  </inkml:definitions>
  <inkml:trace contextRef="#ctx0" brushRef="#br0">0 37 24575,'0'0'0,"14"0"0,13 0 0,14 0 0,-3-8 0,3 0 0,0 0 0,0 1 0,0 2 0,0 18 0,-1 10 0,1 17 0,-1 6 0,-8 20 0,0 9 0,0 14 0,-6 11 0,1-6 0,-6 6 0,-6 3 0,-5-2 0,-4-12 0,-3-4 0,-3-6 0,0-9 0,7-17 0,8-16 0,-14-34 0,1-1 0,0 0 0,-1 0 0,1 0 0,0 0 0,0 0 0,0-1 0,0 1 0,1-1 0,1 2 0,27 8 0,13-7 0,20 4 0,18 6 0,-1-1 0,-4 7 0,-68-15 0,2 0 0,-1 0 0,0 0 0,11 9 0,-22-8 0,3-3 0,0 0 0,0 1 0,0-1 0,0 1 0,0-1 0,0 1 0,-1 0 0,0 0 0,0 0 0,0 0 0,0 0 0,-1 0 0,1 5 0,-4 2 0,1-1 0,0 0 0,0 0 0,-1 0 0,-1-1 0,1 1 0,-8 13 0,-2 7 0,-34 51 0,-34 25 0,6-2 0,14-15 0,16-6 0,17-13 0,12-10 0,16-49 0,-1-2 0,1 0 0,1 0 0,1 12 0,5 41 0,4 4 0,-1-4 0,-2 5 0,-2-6 0,-2 12 0,-2-5 0,-2-5 0,0-6 0,0-6 0,-8 4 0,-1 12 0,0-1 0,-6 5 0,2-5 0,-7 2 0,-5-6 0,3-5 0,-4 2 0,-12 4 0,-3-3 0,-11-4 0,-1-12 0,-8-13 0,2-12 0,3-8 0,12-7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46:46.85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227.37891"/>
      <inkml:brushProperty name="anchorY" value="-5937.4751"/>
      <inkml:brushProperty name="scaleFactor" value="0.5"/>
    </inkml:brush>
  </inkml:definitions>
  <inkml:trace contextRef="#ctx0" brushRef="#br0">1 42 24575,'0'0'0,"0"-7"0,8-2 0,8 1 0,9 1 0,6 2 0,6 2 0,2 1 0,26 25 0,18 18 0,1 17 0,10 4 0,-7 7 0,-11-3 0,-10-4 0,-2 1 0,-15-5 0,2 3 0,4 4 0,6 21 0,7 13 0,-3 11 0,4 8 0,2 4 0,12 9 0,-6-6 0,2 7 0,-1-2 0,1 15 0,1 15 0,7 38 0,2 45 0,7 42 0,0-6 0,-2 15 0,5-9 0,-12-17 0,-10-18 0,-12-11 0,-11-4 0,1-18 0,-12-9 0,-3-13 0,-12-20 0,-8-18 0,-8-15 0,2-11 0,-4 0 0,-2-11 0,-3-10 0,-2-10 0,-1-9 0,-2-14 0,0 29 0,0 6 0,-1 10 0,1 19 0,0 3 0,-1 7 0,1-4 0,0-5 0,0 10 0,0-21 0,0-13 0,0-7 0,0-2 0,0 9 0,0 2 0,0 11 0,-8 17 0,0 25 0,0 15 0,1 3 0,2-11 0,2-14 0,1-31 0,1-20 0,1-27 0,0 5 0,1 2 0,-1 15 0,0 23 0,1 22 0,-1 18 0,0 23 0,-8-6 0,0-3 0,-1-16 0,-6-7 0,-6-5 0,-7-2 0,3-8 0,-3-8 0,-4-8 0,6-5 0,-2-12 0,-2-11 0,5-18 0,6-7 0,6-13 0,-3-2 0,-4 1 0,2-6 0,-5-12 0,4 2 0,-12 13 0,-4 6 0,-5 7 0,-1 4 0,-10 10 0,1 1 0,-1 0 0,-5-1 0,1-11 0,-5-3 0,2-1 0,12-9 0,4-14 0,4-8 0,9-5 0,1-3 0,7 0 0,-2-8 0,5-7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46:47.84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8095.39063"/>
      <inkml:brushProperty name="anchorY" value="-21501.48438"/>
      <inkml:brushProperty name="scaleFactor" value="0.5"/>
    </inkml:brush>
  </inkml:definitions>
  <inkml:trace contextRef="#ctx0" brushRef="#br0">1 1 24575,'0'0'0,"7"0"0,10 24 0,0 33 0,-2 41 0,-4 29 0,-3 6 0,-3 3 0,-2-17 0,-2-12 0,-2-19 0,1-17 0,-1-14 0,0-10 0,1 11 0,-8 5 0,7-1 0,9-11 0,-3-50 0,-3 1 0,0 1 0,0-1 0,0 0 0,0 1 0,0-1 0,0 0 0,1 0 0,-1-1 0,1 1 0,-1 0 0,1-1 0,0 1 0,4 1 0,5-1 0,-1 0 0,-1 0 0,1-1 0,-1 0 0,19-1 0,0-1 0,50-8 0,44-16 0,1-10 0,-7-6 0,-17-3 0,-9 0 0,-9 8 0,-11 1 0,-11 8 0,-8 9 0,-14-2 0,-5 6 0,-1 3 0,7 5 0,-5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47:05.47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0674.70703"/>
      <inkml:brushProperty name="anchorY" value="-23737.5957"/>
      <inkml:brushProperty name="scaleFactor" value="0.5"/>
    </inkml:brush>
  </inkml:definitions>
  <inkml:trace contextRef="#ctx0" brushRef="#br0">1618 0 24575,'0'0'0,"-14"14"0,-21 13 0,-22 14 0,-14 13 0,-18 20 0,-13 8 0,-10 14 0,-6 17 0,4 16 0,-2 6 0,8 1 0,16 6 0,7-11 0,13 5 0,12-4 0,8-3 0,15 14 0,-4 14 0,1 22 0,9 6 0,-1 0 0,0 13 0,7-13 0,-2 18 0,5 10 0,7 11 0,5 9 0,4 6 0,3-5 0,11 1 0,9 1 0,16 1 0,16 2 0,5-7 0,9-7 0,-9-8 0,-4 1 0,4 13 0,4 4 0,15 22 0,-2 11 0,13 25 0,-7-9 0,2 1 0,15 14 0,9 8 0,9-9 0,-2-11 0,3-21 0,-7-37 0,-13-34 0,-8-38 0,-13-23 0,-3-22 0,-8-16 0,0-10 0,-4-7 0,-5-10 0,4-1 0,-2 0 0,-4 2 0,14 4 0,13 42 0,-1 4 0,19 25 0,-6-6 0,-8-16 0,-11-14 0,-3-5 0,-8-16 0,2 9 0,12-3 0,3 14 0,-3-18 0,-6-4 0,-8-21 0,-15-11 0,2-9 0,-3-6 0,7-2 0,0-1 0,-2 1 0,7 0 0,7 10 0,-2 0 0,-58-49 0,3 5 0,0 0 0,0 0 0,1 0 0,-1-1 0,8 2 0,15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47:06.38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4112.67578"/>
      <inkml:brushProperty name="anchorY" value="-37626.86719"/>
      <inkml:brushProperty name="scaleFactor" value="0.5"/>
    </inkml:brush>
  </inkml:definitions>
  <inkml:trace contextRef="#ctx0" brushRef="#br0">343 1 24575,'0'0'0,"7"0"0,18 23 0,24 27 0,8 39 0,10 22 0,0 15 0,-5-10 0,-5-16 0,-22-25 0,-35-69 0,1-1 0,1 0 0,-1 1 0,0-1 0,-1 0 0,1 1 0,-1-1 0,-1 10 0,-1-10 0,1-2 0,0 0 0,0 0 0,0 0 0,-1 0 0,0 0 0,1 0 0,-1 0 0,0 0 0,-1-1 0,1 1 0,0-1 0,-6 5 0,0 0 0,0-1 0,0 0 0,-1-1 0,0 0 0,-12 5 0,-52 17 0,-1-1 0,-4-7 0,7-6 0,0 3 0,0 5 0,5 5 0,-1 5 0,5 4 0,14-4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4:08.69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8519.85938"/>
      <inkml:brushProperty name="anchorY" value="-41253.84766"/>
      <inkml:brushProperty name="scaleFactor" value="0.5"/>
    </inkml:brush>
  </inkml:definitions>
  <inkml:trace contextRef="#ctx0" brushRef="#br0">0 0 24575,'0'0'0,"7"0"0,11 8 0,14 8 0,16 17 0,13 7 0,26 12 0,15 3 0,116 15 0,60 15 0,68 5 0,33 2 0,-1-17 0,-22-11 0,-13-18 0,4-17 0,24-4 0,6-1 0,-20 2 0,-35 3 0,-52-3 0,-57-7 0,-26-5 0,1 3 0,56-5 0,70 6 0,54 5 0,9 6 0,-29-4 0,-69-4 0,-70-7 0,-48-4 0,62 3 0,115-3 0,133 6 0,67-1 0,7 5 0,-55-3-756,-64-3 972,-64-4-324,-37-4 108,-13-2 0,-23-3 0,-48-9 0,-54-1 0,-44-8 0,-41 1 0,18-22 756,6-5-972,12-13 324,-6 7-108,-18 9 0,-27 3 0,-20 11 0,-16 8 0,-9 0 0,-13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4:09.68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3272.17969"/>
      <inkml:brushProperty name="anchorY" value="-43348.21484"/>
      <inkml:brushProperty name="scaleFactor" value="0.5"/>
    </inkml:brush>
  </inkml:definitions>
  <inkml:trace contextRef="#ctx0" brushRef="#br0">1 0 24575,'0'0'0,"7"0"0,10 0 0,8 0 0,6 0 0,13 0 0,20 0 0,2 0 0,0 0 0,2 0 0,-5 0 0,-5 16 0,-54-12 0,1-1 0,1 0 0,-1 0 0,0 0 0,-1 1 0,1 0 0,5 5 0,-6 0 0,1-2 0,-1 0 0,0 0 0,-1 0 0,1 1 0,2 12 0,1 5 0,-2-1 0,2 31 0,-5 75 0,-22 20 0,-5 12 0,-1-11 0,-3-14 0,5-25 0,6-32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4:14.68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5004.625"/>
      <inkml:brushProperty name="anchorY" value="-45757.76953"/>
      <inkml:brushProperty name="scaleFactor" value="0.5"/>
    </inkml:brush>
  </inkml:definitions>
  <inkml:trace contextRef="#ctx0" brushRef="#br0">0 6119 24575,'0'0'0,"7"0"0,34-16 0,33-17 0,31-24 0,26-30 0,57-34 0,77-31 0,73-22 0,44-9 0,45-10 0,-11 4 0,-22 4 0,-30 7 0,-21 6 0,-15-3 0,7-13 0,37-7 0,42-5 0,-10 21 0,38 8 0,24 7 0,-1 21 0,-8 2 0,3 1 0,12-12 0,37-5 0,70-13 0,109-18-1042,120-1 1340,33 9-2917,-81 23 3325,-125 22-1059,-150 29-293,-110 16 830,-50-5-276,0-4 92,1-6 900,-14 10-1157,-31 12 2886,-58 21-3343,-25 12 1828,8 1-1330,45 4 324,50 2-108,59-7 0,17 0 0,-21 2 0,-56 9 0,-71 2 0,-66 11 0,-38-9 0,10-1 0,10-3 0,0-1 0,-25 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4:15.6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5247.64844"/>
      <inkml:brushProperty name="anchorY" value="-40908.85547"/>
      <inkml:brushProperty name="scaleFactor" value="0.5"/>
    </inkml:brush>
  </inkml:definitions>
  <inkml:trace contextRef="#ctx0" brushRef="#br0">1 0 24575,'0'0'0,"6"0"0,20 0 0,7 8 0,7 1 0,3 7 0,9-1 0,9-2 0,7-3 0,-2-3 0,-4-3 0,-6-3 0,-6 8 0,-4-1 0,-3 0 0,-2-2 0,6-2 0,9-1 0,-8 14 0,-52-6 0,6-8 0,0 1 0,-1 0 0,1 0 0,-1 1 0,0-1 0,0 0 0,-1 0 0,1 0 0,-1 1 0,0-1 0,0 0 0,0 1 0,-1 3 0,-6 25 0,0-5 0,-18 50 0,-73 124 0,-36 44 0,0-3 0,19-33 0,29-52-7914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4:18.90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6762.46875"/>
      <inkml:brushProperty name="anchorY" value="-43587.85156"/>
      <inkml:brushProperty name="scaleFactor" value="0.5"/>
    </inkml:brush>
  </inkml:definitions>
  <inkml:trace contextRef="#ctx0" brushRef="#br0">1 1052 24575,'0'0'0,"7"0"0,10 0 0,8 0 0,6 0 0,13 0 0,12-8 0,2-1 0,7-7 0,13-7 0,13-14 0,11-6 0,1 4 0,-2 1 0,3 0 0,-12 0 0,51-17 0,62-16 0,47-10 0,22 3 0,1-2 0,-29 8 0,-40 17 0,-48 16 0,-36 7 0,-17 3 0,24 0 0,18-2 0,21 5 0,-8 6 0,-23 6 0,14-2 0,33 4 0,37 3 0,29 2 0,12 3 0,4 2 0,-2 2 0,-5 0 0,-13 1 0,-29 7 0,-21 9 0,15 8 0,46 15 0,59-3 0,24 10 0,-25 1 0,-48-8 0,-55-9 0,-18-2 0,11 7 0,31 19 0,20-5 0,-15 0 0,-40-2 0,-44-10 0,-43-12 0,-9-1 0,9 9 0,18 11 0,30 3 0,2 2 0,-18-1 0,-9-10 0,55 6 0,76 14 0,88 25 0,39 9 0,-6-5 0,-39-8 0,-34-11 0,-32-11 0,-31-8 0,-23 3 0,-8 4 0,-2-2 0,10 6 0,6 6 0,28 20 0,28 13 0,18 3 0,4 7 0,-18-12 0,-63-13 0,-49-23 0,-37-4 0,-31-9 0,19 19 0,12 15 0,3 14 0,-2-5 0,-21-16 0,-24-20 0,-21-5 0,-3 2 0,28 21 0,17 15 0,9 15 0,-3-15 0,-18-11 0,-20-20 0,-19-12 0,-14-7 0,-3-4 0,-6-1 0,4 1 0,-10 1 0,5 1 0,6 10 0,0 1 0,-3-8 0,-18-9 0,-20-10 0,-16-20 0,2 0 0,-1-1 0,1 1 0,-1 0 0,1 0 0,-1-1 0,0 1 0,1-1 0,-1 1 0,0 0 0,1-1 0,-1 1 0,0-1 0,1 1 0,-1-1 0,0 0 0,0 1 0,0-1 0,0 0 0,1 0 0,-1 1 0,0-1 0,0 0 0,0 0 0,-1 0 0,-59-10 0,-4-5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4:19.90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6945.51563"/>
      <inkml:brushProperty name="anchorY" value="-47898.18359"/>
      <inkml:brushProperty name="scaleFactor" value="0.5"/>
    </inkml:brush>
  </inkml:definitions>
  <inkml:trace contextRef="#ctx0" brushRef="#br0">253 0 24575,'0'0'0,"7"0"0,19 0 0,7 0 0,6 8 0,-30 0 0,-1-3 0,0 0 0,-1 1 0,12 10 0,42 50 0,16 31 0,-2 17 0,-4 3 0,-7-11 0,-16-8 0,1-16 0,-13-14 0,-9-12 0,-2-16 0,-7-6 0,-6-3 0,3-8 0,-11 1 0,-11-5 0,-11 2 0,-41-4 0,-33 13 0,-21-5 0,-4-3 0,1-6 0,8-5 0,0-5 0,8-3 0,13-3 0,22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6:56.22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5422.66406"/>
      <inkml:brushProperty name="anchorY" value="-47801.91406"/>
      <inkml:brushProperty name="scaleFactor" value="0.5"/>
    </inkml:brush>
  </inkml:definitions>
  <inkml:trace contextRef="#ctx0" brushRef="#br0">0 57 24575,'0'0'0,"7"0"0,10 0 0,16 0 0,15 0 0,5 0 0,9-8 0,-1-9 0,-2-7 0,-14 16 0,-44 15 0,1-6 0,-1 1 0,1-1 0,0 0 0,-1 1 0,1-1 0,0 1 0,-1 0 0,0-1 0,1 1 0,-1 0 0,0 0 0,0 0 0,0 0 0,0 0 0,-1 0 0,1 0 0,0 0 0,-1 0 0,1 3 0,3 3 0,-1 3 0,-1 0 0,-1 0 0,1 16 0,1 83 0,-5 9 0,-2 10 0,-1-14 0,1-1 0,-8-26 0,2-9 0,-8-13 0,-5-11 0,-7 0 0,-4-12 0,-4-12 0,6-2 0,7-9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6:56.55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6880.67188"/>
      <inkml:brushProperty name="anchorY" value="-50180.99609"/>
      <inkml:brushProperty name="scaleFactor" value="0.5"/>
    </inkml:brush>
  </inkml:definitions>
  <inkml:trace contextRef="#ctx0" brushRef="#br0">0 0 24575,'0'0'0,"14"0"0,13 0 0,6 0 0,13 0 0,3 0 0,2 0 0,-9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0.7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9533.25"/>
      <inkml:brushProperty name="anchorY" value="-52849.83594"/>
      <inkml:brushProperty name="scaleFactor" value="0.5"/>
    </inkml:brush>
  </inkml:definitions>
  <inkml:trace contextRef="#ctx0" brushRef="#br0">485 276 24575,'0'0'0,"-14"-7"0,-21-26 0,-22-25 0,-6-14 0,-1 5 0,10 28 0,48 46 0,3-7 0,0 0 0,0 0 0,-1 1 0,1 0 0,0-1 0,0 1 0,0 0 0,0 0 0,0 1 0,0-1 0,0 1 0,0-1 0,1 1 0,-1 0 0,0 0 0,1 0 0,0 0 0,-3 3 0,0-2 0,-3 5 0,1 0 0,1 0 0,0 0 0,0 1 0,-7 13 0,4-4 0,0 2 0,-13 40 0,-5 42 0,11 1 0,16-5 0,2-79 0,0 2 0,8 25 0,15 26 0,-22-69 0,0 2 0,1 0 0,-1-1 0,1 1 0,0-1 0,0 0 0,0 1 0,8 4 0,-9-10 0,0 2 0,0 0 0,0 0 0,0 0 0,0 0 0,1 0 0,-1-1 0,0 0 0,0 1 0,1-1 0,-1-1 0,0 1 0,0 0 0,1-1 0,3-1 0,3-2 0,-1 0 0,0-1 0,0 1 0,-1-2 0,0 1 0,14-12 0,44-39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1.2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8055.42969"/>
      <inkml:brushProperty name="anchorY" value="-51907.04297"/>
      <inkml:brushProperty name="scaleFactor" value="0.5"/>
    </inkml:brush>
  </inkml:definitions>
  <inkml:trace contextRef="#ctx0" brushRef="#br0">264 0 24575,'0'0'0,"0"21"0,0 63 0,-8 80 0,-16 61 0,-17 43 0,-7 16 0,5-5 0,0-32 0,10-34 0,9-57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1.8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6521.41406"/>
      <inkml:brushProperty name="anchorY" value="-52578.00781"/>
      <inkml:brushProperty name="scaleFactor" value="0.5"/>
    </inkml:brush>
  </inkml:definitions>
  <inkml:trace contextRef="#ctx0" brushRef="#br0">0 1 24575,'0'0'0,"7"0"0,3 32 0,6 41 0,-1 42 0,-2 11 0,13-14 0,-3-17 0,6-26 0,-26-62 0,1 0 0,0-1 0,0 0 0,1 0 0,7 7 0,-10-14 0,0 2 0,0 0 0,0 0 0,-1-1 0,1 1 0,0 0 0,0-1 0,0 1 0,0-1 0,0 0 0,0 0 0,0 0 0,0 0 0,0 0 0,0 0 0,0 0 0,-1-1 0,1 1 0,0 0 0,2-2 0,-2 2 0,2-2 0,-1 0 0,0 0 0,1 0 0,-1 0 0,0 0 0,0-1 0,0 1 0,-1-1 0,1 0 0,2-4 0,4-9 0,-2 2 0,0 0 0,9-29 0,15-70 0,-25 71 0,3-47 0,-8 58 0,-4-53 0,1 67 0,0-2 0,-11-35 0,11 50 0,0-1 0,0 0 0,0 0 0,-1 0 0,0 0 0,0 0 0,0 1 0,-1 0 0,1-1 0,-5-3 0,7 6 0,-2-1 0,1 1 0,-1 1 0,1-1 0,-1 0 0,0 0 0,0 1 0,0 0 0,0 0 0,0 0 0,0 0 0,0 0 0,0 0 0,-4 0 0,7 0 0,-3 0 0,0 1 0,0 0 0,0 0 0,0 0 0,0 1 0,0-1 0,0 1 0,0-1 0,0 1 0,0 0 0,-4 2 0,-26 14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2.48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7954.80469"/>
      <inkml:brushProperty name="anchorY" value="-53896.33594"/>
      <inkml:brushProperty name="scaleFactor" value="0.5"/>
    </inkml:brush>
  </inkml:definitions>
  <inkml:trace contextRef="#ctx0" brushRef="#br0">52 1 24575,'0'0'0,"7"6"0,2 36 0,-8 64 0,-11 40 0,-10 18 0,0-28 0,2-72 0,22-61 0,2-19 0,25-58 0,29-40 0,7-6 0,1 17 0,-3 24 0,-58 71 0,2-1 0,0 0 0,16-10 0,-23 21 0,0-2 0,0-1 0,-1 1 0,1-1 0,0 1 0,-1-1 0,1 1 0,0 0 0,-1 0 0,1 0 0,0 0 0,-1 0 0,1 1 0,0-1 0,-1 0 0,1 1 0,0-1 0,-1 1 0,1-1 0,-1 1 0,1 0 0,-1 0 0,1 0 0,-1 0 0,2 1 0,0 2 0,1 0 0,-1 1 0,0-1 0,0 1 0,0-1 0,-1 1 0,0 0 0,1 0 0,-2 0 0,3 8 0,2 9 0,0 1 0,2 32 0,4 62 0,1-5 0,-4-21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2.8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9654.01563"/>
      <inkml:brushProperty name="anchorY" value="-55770.62109"/>
      <inkml:brushProperty name="scaleFactor" value="0.5"/>
    </inkml:brush>
  </inkml:definitions>
  <inkml:trace contextRef="#ctx0" brushRef="#br0">114 0 24575,'0'0'0,"-7"0"0,-19 0 0,-15 0 0,1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3.51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8270.72656"/>
      <inkml:brushProperty name="anchorY" value="-54500.62109"/>
      <inkml:brushProperty name="scaleFactor" value="0.5"/>
    </inkml:brush>
  </inkml:definitions>
  <inkml:trace contextRef="#ctx0" brushRef="#br0">402 0 24575,'0'0'0,"0"14"0,0 37 0,-16 47 0,-17 47 0,-16 31 0,-14 22 0,-2 3 0,3-11 0,12-34 0,14-25 0,13-30 0,18-25 0,9-18 0,-2-55 0,-1 0 0,0 0 0,0 1 0,1-1 0,-1 0 0,1 0 0,0 0 0,0-1 0,0 1 0,5 5 0,-4-5 0,1-1 0,-1 1 0,1-1 0,-1 0 0,1 0 0,0 0 0,-1 0 0,1-1 0,5 2 0,48 8 0,4-8 0,7-4 0,-3-2 0,-5 0 0,-58 0 0,2 2 0,0-1 0,0 1 0,1-1 0,-1 1 0,-1-1 0,1 0 0,5-4 0,-6 2 0,-1 1 0,1 0 0,-1 0 0,0 0 0,0 0 0,0 0 0,0-1 0,-1 1 0,1-1 0,1-6 0,9-33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4.03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9593.45313"/>
      <inkml:brushProperty name="anchorY" value="-57326.37891"/>
      <inkml:brushProperty name="scaleFactor" value="0.5"/>
    </inkml:brush>
  </inkml:definitions>
  <inkml:trace contextRef="#ctx0" brushRef="#br0">1 1 24575,'0'0'0,"7"0"0,34 24 0,17 17 0,14 8 0,10 13 0,3 7 0,2-2 0,-8-4 0,-10-6 0,-10-14 0,-8-6 0,-5-10 0,-13-9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8.93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1632.60156"/>
      <inkml:brushProperty name="anchorY" value="-59153.15625"/>
      <inkml:brushProperty name="scaleFactor" value="0.5"/>
    </inkml:brush>
  </inkml:definitions>
  <inkml:trace contextRef="#ctx0" brushRef="#br0">1 655 24575,'0'0'0,"0"-14"0,8-13 0,8-14 0,1-5 0,6-4 0,-3-7 0,-4 1 0,4-6 0,4 3 0,-4 3 0,5 5 0,19 4 0,-35 41 0,1-1 0,0 0 0,18-9 0,32-9 0,8 9 0,-4 8 0,-4 5 0,2 2 0,12 3 0,28 0 0,45 0 0,43 0 0,37-1 0,36-1 0,19 9 0,3-1 0,3 9 0,0-2 0,6-2 0,-25-3 0,-34-4 0,-43-2 0,-48-2 0,8-2 0,28-8 0,20-1 0,3 0 0,-2 2 0,8 1 0,38 3 0,51 9 0,47 2 0,26 0 0,21 7 0,-21-2 0,-35-1 0,-48-3 0,-68-3 0,-45-3 0,-18-1 0,20-2 0,31 0 0,52-1 0,7 1 0,31-1 0,-3 1 0,-30 0 0,-29-1 0,-28 1 0,-22 0 0,1 0 0,8 0 0,-13 0 0,-21 0 0,-31 0 0,-22 1 0,16-1 0,23 0 0,11 0 0,2 0 0,-22 0 0,-25 0 0,-24 0 0,-21 0 0,-8-8 0,0-1 0,10 1 0,6 1 0,-4 2 0,-6 2 0,-8 1 0,82 2 0,86 0 0,24 0 0,-19 0 0,-38 8 0,-168-2 0,1-2 0,1 2 0,35 11 0,-50-15 0,0 2 0,0 1 0,0 0 0,-1 1 0,20 14 0,-26-18 0,-1 1 0,-1 0 0,1 1 0,-1-1 0,0 1 0,0-1 0,0 1 0,0 0 0,-1 0 0,1 0 0,-1 0 0,0 1 0,1 4 0,3 1 0,-4-2 0,0 0 0,0 0 0,-1 1 0,0-1 0,-1 1 0,0 13 0,2-6 0,-3 3 0,-4 29 0,-8 31 0,-9-17 0,18-57 0,0 1 0,1-1 0,-1 1 0,0-1 0,-1 0 0,-9 8 0,-21 16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5:57:09.7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7168.9375"/>
      <inkml:brushProperty name="anchorY" value="-60376.10938"/>
      <inkml:brushProperty name="scaleFactor" value="0.5"/>
    </inkml:brush>
  </inkml:definitions>
  <inkml:trace contextRef="#ctx0" brushRef="#br0">0 0 24575,'0'0'0,"7"0"0,19 8 0,7 9 0,14 23 0,13 16 0,1 14 0,-2 7 0,-4-10 0,-45-61 0,-1 2 0,1 0 0,0 0 0,10 5 0,-14-12 0,-1 1 0,0 0 0,0 0 0,0-1 0,0 0 0,1 0 0,-1 0 0,0 0 0,11-1 0,-5-1 0,-2 0 0,0-1 0,0 0 0,0 0 0,0-1 0,11-6 0,-3 2 0,1-2 0,29-20 0,53-35 0,3-12 0,-17 8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01.79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9355.42188"/>
      <inkml:brushProperty name="anchorY" value="-61763.19531"/>
      <inkml:brushProperty name="scaleFactor" value="0.5"/>
    </inkml:brush>
  </inkml:definitions>
  <inkml:trace contextRef="#ctx0" brushRef="#br0">148 1 24575,'0'0'0,"5"0"0,4 7 0,-2 21 0,-15 29 0,-16 28 0,-17 16 0,2 10 0,5-9 0,15-22 0,16-23 0,5-55 0,-2 1 0,1-1 0,0 0 0,0 0 0,0 0 0,0 1 0,0-1 0,0 0 0,1-1 0,-1 1 0,1 0 0,-1 0 0,1 0 0,-1-1 0,1 1 0,3 1 0,-2-4 0,1 2 0,-1 0 0,0 0 0,0-1 0,1 0 0,-1 1 0,0-1 0,0 0 0,1-1 0,-1 1 0,0-1 0,1 1 0,5-3 0,5-3 0,-1 0 0,1-1 0,-1 0 0,13-9 0,1-3 0,37-34 0,23-26 0,-10 9 0,-18 8 0,-19 10 0,-16 8 0,-12 19 0,-12 26 0,-1-1 0,1 0 0,0 0 0,0 0 0,0 0 0,0 0 0,0 0 0,0 0 0,0 0 0,0 0 0,0 0 0,-1 0 0,1 0 0,0 0 0,0 0 0,0 0 0,0 0 0,0 0 0,0 0 0,0 0 0,0 0 0,0 0 0,0-1 0,-1 1 0,1 0 0,0 0 0,0 0 0,0 0 0,0 0 0,0 0 0,0 0 0,0 0 0,0 0 0,0 0 0,0-1 0,-15 39 0,-3 27 0,1 14 0,4 7 0,3-6 0,4-16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02.48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0944.04688"/>
      <inkml:brushProperty name="anchorY" value="-63659.23047"/>
      <inkml:brushProperty name="scaleFactor" value="0.5"/>
    </inkml:brush>
  </inkml:definitions>
  <inkml:trace contextRef="#ctx0" brushRef="#br0">205 1 24575,'0'0'0,"-12"11"0,-11 34 0,-13 20 0,-5 11 0,-2 0 0,7-21 0,22-37 0,31-31 0,30-33 0,17-5 0,-2-4 0,-4 10 0,-6 11 0,-48 34 0,0-1 0,0-1 0,0 1 0,1 0 0,-1 0 0,0 0 0,0 0 0,9 1 0,-10 0 0,0 1 0,1-1 0,-1 1 0,0 0 0,0 0 0,0 0 0,0 0 0,0 1 0,0-1 0,0 1 0,4 3 0,-4-1 0,1-1 0,-1 1 0,1 0 0,-1 0 0,0 1 0,0-1 0,-1 1 0,3 6 0,1 0 0,-2 2 0,0-1 0,4 20 0,5 54 0,-7-2 0,-10-13 0,-4-19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03.88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2454.65625"/>
      <inkml:brushProperty name="anchorY" value="-65444.96875"/>
      <inkml:brushProperty name="scaleFactor" value="0.5"/>
    </inkml:brush>
  </inkml:definitions>
  <inkml:trace contextRef="#ctx0" brushRef="#br0">478 1 24575,'0'0'0,"-6"30"0,-9 32 0,-7 24 0,-26 79 0,-13 33 0,-9 10 0,1-10 0,13-34 0,9-37 0,44-127 0,1 5 0,-1 0 0,1 0 0,-1 0 0,0-1 0,-1 1 0,1-1 0,-1 0 0,0 0 0,-6 6 0,10-10 0,-1 1 0,0-1 0,0 1 0,0-1 0,1 0 0,-1 0 0,0 1 0,0-1 0,0 0 0,0 0 0,0 0 0,1 0 0,-1 0 0,0 0 0,0 0 0,0 0 0,0-1 0,0 1 0,1 0 0,-1 0 0,0-1 0,0 1 0,0 0 0,1-1 0,-1 1 0,0-1 0,1 1 0,-1-1 0,0 1 0,1-1 0,-1 0 0,0 1 0,1-1 0,-1 0 0,1 1 0,0-1 0,-1 0 0,1 0 0,-1 0 0,1 1 0,0-1 0,-1-1 0,-1-3 0,0-3 0,0 0 0,0 1 0,0-1 0,1 0 0,0-16 0,4 4 0,-1-4 0,10-39 0,25-63 0,11 7 0,-31 88 0,25-41 0,-30 53 0,34-39 0,-37 49 0,0 0 0,1 1 0,0 0 0,14-9 0,-17 11 0,2 0 0,0 1 0,0 1 0,14-5 0,29-5 0,-5 10 0,2 13 0,-3 16 0,-2 9 0,-10 12 0,-10 3 0,-8-1 0,-15 5 0,-12-3 0,7-42 0,1-1 0,-1 1 0,0-1 0,-9 11 0,-23 19 0,-5-4 0,-1-9 0,0-7 0,9-1 0,30-9 0,0-4 0,0 0 0,0 0 0,1 1 0,-1-1 0,1 1 0,0 0 0,-2 5 0,3-3 0,-1 0 0,0 1 0,0 0 0,1 0 0,0 12 0,6 37 0,13-1 0,9-10 0,-2-12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3.02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3655.8125"/>
      <inkml:brushProperty name="anchorY" value="-72535.5625"/>
      <inkml:brushProperty name="scaleFactor" value="0.5"/>
    </inkml:brush>
  </inkml:definitions>
  <inkml:trace contextRef="#ctx0" brushRef="#br0">430 90 24575,'0'0'0,"0"-2"0,0-4 0,0-2 0,0-2 0,0-2 0,-3-1 0,-5-1 0,-5 3 0,-6 3 0,-16 2 0,-22 8 0,-13 13 0,-1 11 0,9 8 0,15 3 0,17-2 0,16-6 0,14-27 0,-1-1 0,1 1 0,0-1 0,0 1 0,0 0 0,0-1 0,0 1 0,1-1 0,-1 1 0,0-1 0,1 1 0,-1-1 0,1 1 0,0 1 0,0-2 0,1 1 0,-1 0 0,0-1 0,0 0 0,1 1 0,-1-1 0,1 0 0,0 1 0,-1-1 0,1 0 0,3 1 0,26 10 0,5-6 0,-1-3 0,-4-3 0,-6 0 0,1-4 0,2-13 0,1-19 0,-6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3.46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2245.15625"/>
      <inkml:brushProperty name="anchorY" value="-71323.57813"/>
      <inkml:brushProperty name="scaleFactor" value="0.5"/>
    </inkml:brush>
  </inkml:definitions>
  <inkml:trace contextRef="#ctx0" brushRef="#br0">164 0 24575,'0'0'0,"-2"7"0,-6 13 0,-8 28 0,-8 21 0,-4 17 0,1 2 0,5-3 0,5-11 0,7-12 0,4-15 0,3-16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4.12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0811.69531"/>
      <inkml:brushProperty name="anchorY" value="-70670.42969"/>
      <inkml:brushProperty name="scaleFactor" value="0.5"/>
    </inkml:brush>
  </inkml:definitions>
  <inkml:trace contextRef="#ctx0" brushRef="#br0">42 1 24575,'0'0'0,"-2"0"0,-6 18 0,0 20 0,-3 21 0,3 18 0,3 4 0,6-12 0,0-64 0,0 2 0,1 0 0,-1-1 0,1 1 0,4 9 0,-3-18 0,-2 4 0,0-1 0,0 0 0,0 0 0,1 0 0,-1-1 0,0 1 0,1 0 0,-1 0 0,0-1 0,1 1 0,-1-1 0,1 1 0,-1-1 0,1 0 0,-1 1 0,1-1 0,-1 0 0,1 0 0,0 0 0,-1 0 0,1 0 0,2-1 0,0 0 0,2-1 0,-1 0 0,1 0 0,-1 0 0,0-1 0,0 1 0,0-1 0,6-5 0,0 0 0,2-3 0,20-21 0,23-31 0,-12-4 0,-11 8 0,-18 11 0,-12 20 0,-3 32 0,-1-4 0,1 0 0,-1 0 0,1 0 0,-1 0 0,1 0 0,-1 1 0,1-1 0,-1 0 0,1 0 0,0 0 0,-1 1 0,1-1 0,-1 0 0,1 1 0,0-1 0,-1 0 0,1 1 0,0-1 0,-1 0 0,1 1 0,0-1 0,-1 1 0,1-1 0,0 1 0,0-1 0,0 1 0,0-1 0,-1 0 0,1 1 0,0-1 0,0 1 0,0-1 0,0 2 0,-17 51 0,-1 30 0,2 9 0,5-4 0,6-14 0,8-19 0,3-20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5.20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2282.71875"/>
      <inkml:brushProperty name="anchorY" value="-72494.84375"/>
      <inkml:brushProperty name="scaleFactor" value="0.5"/>
    </inkml:brush>
  </inkml:definitions>
  <inkml:trace contextRef="#ctx0" brushRef="#br0">0 1 24575,'0'0'0,"2"0"0,4 8 0,2 16 0,3 19 0,-2 15 0,-2 6 0,-1 2 0,-5-9 0,-7-19 0,0-41 0,-1-7 0,-1-39 0,12-23 0,11-3 0,8 8 0,4 16 0,-25 50 0,0-2 0,0 0 0,0 1 0,0-1 0,1 1 0,-1 0 0,1 0 0,0 0 0,6-3 0,-8 5 0,0-1 0,1 1 0,-1-1 0,0 1 0,1 0 0,-1 0 0,1 0 0,-1 0 0,1 0 0,-1 0 0,1 0 0,-1 0 0,1 0 0,-1 1 0,1-1 0,-1 1 0,0-1 0,1 1 0,1 0 0,-2 1 0,2 0 0,-1 0 0,0 0 0,1 0 0,-1 0 0,0 1 0,0-1 0,-1 1 0,1-1 0,2 6 0,15 38 0,-7 9 0,-5-2 0,4-29 0,-10-25 0,-1 1 0,1 0 0,-1 0 0,1 1 0,-1-1 0,1 0 0,-1 0 0,1 0 0,-1 0 0,1 0 0,-1 0 0,1 0 0,-1 0 0,1-1 0,-1 1 0,1 0 0,-1 0 0,1 0 0,-1-1 0,1 1 0,-1 0 0,1 0 0,-1-1 0,1 1 0,-1 0 0,0-1 0,1 1 0,-1 0 0,0-1 0,1 1 0,-1-1 0,0 1 0,1-1 0,-1 1 0,0-1 0,0 0 0,24-28 0,8-16 0,3-7 0,3 7 0,1 18 0,-37 26 0,0 0 0,1 0 0,-1 0 0,1 0 0,-1 1 0,1-1 0,0 1 0,-1-1 0,1 1 0,0 0 0,4 1 0,-5 0 0,1-1 0,-1 1 0,1 0 0,-1 0 0,1 0 0,-1 1 0,0-1 0,0 1 0,0-1 0,0 1 0,0-1 0,3 4 0,-2-1 0,1 0 0,-1 1 0,0 0 0,0 0 0,0 0 0,3 7 0,11 45 0,-7 4 0,-4-3 0,-4-9 0,-2-13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6.56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4088.14063"/>
      <inkml:brushProperty name="anchorY" value="-74087.71094"/>
      <inkml:brushProperty name="scaleFactor" value="0.5"/>
    </inkml:brush>
  </inkml:definitions>
  <inkml:trace contextRef="#ctx0" brushRef="#br0">28 55 24575,'0'0'0,"0"9"0,0 14 0,0 17 0,-2 15 0,-4 4 0,1-6 0,-3-19 0,2-26 0,11-35 0,7-27 0,8-12 0,1-1 0,0 12 0,1 12 0,-20 42 0,0-2 0,0 1 0,0 0 0,0 0 0,0 0 0,0 0 0,1 0 0,-1 0 0,5-2 0,-5 4 0,0 0 0,-1 0 0,1-1 0,-1 1 0,1 0 0,0 0 0,-1 0 0,1 0 0,-1 0 0,1 0 0,0 1 0,-1-1 0,1 0 0,-1 1 0,1-1 0,-1 1 0,2 1 0,-1-1 0,1 1 0,-1 1 0,1-1 0,-1 0 0,0 1 0,1-1 0,-1 1 0,0-1 0,3 6 0,17 41 0,-5 11 0,-6-1 0,-4-5 0,-4-15 0,-2-23 0,4-25 0,5-19 0,5-12 0,2-3 0,3 3 0,0 6 0,-1 9 0,-1 9 0,-2 6 0,-1 6 0,2 16 0,-1 16 0,-3 11 0,-3 6 0,-4 3 0,1-4 0,0-3 0,-1-10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6.99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5811.1875"/>
      <inkml:brushProperty name="anchorY" value="-75652.55469"/>
      <inkml:brushProperty name="scaleFactor" value="0.5"/>
    </inkml:brush>
  </inkml:definitions>
  <inkml:trace contextRef="#ctx0" brushRef="#br0">1 0 24575,'0'0'0,"2"0"0,4 0 0,4 13 0,3 11 0,5 11 0,5 9 0,0 2 0,-3-3 0,3-18 0,-23-25 0,1 0 0,0 1 0,0 0 0,0-1 0,0 1 0,0-1 0,0 0 0,0 1 0,0-1 0,0 0 0,0 1 0,0-1 0,0 0 0,0 0 0,0 0 0,0 0 0,0 0 0,0 0 0,2 0 0,14-5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7.37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7257.07813"/>
      <inkml:brushProperty name="anchorY" value="-77152.57031"/>
      <inkml:brushProperty name="scaleFactor" value="0.5"/>
    </inkml:brush>
  </inkml:definitions>
  <inkml:trace contextRef="#ctx0" brushRef="#br0">406 0 24575,'0'0'0,"0"2"0,-5 15 0,-6 15 0,-11 21 0,-17 29 0,-6 11 0,-20 23 0,1-7 0,8-15 0,11-28 0,12-35 0,13-19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8.44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5582.03125"/>
      <inkml:brushProperty name="anchorY" value="-76589.22656"/>
      <inkml:brushProperty name="scaleFactor" value="0.5"/>
    </inkml:brush>
  </inkml:definitions>
  <inkml:trace contextRef="#ctx0" brushRef="#br0">40 0 24575,'0'0'0,"0"3"0,0 5 0,3 8 0,0 5 0,-1 4 0,-2 5 0,-6 0 0,-7-4 0,-2-6 0,1-7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46.23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7720.84375"/>
      <inkml:brushProperty name="anchorY" value="-79890.47656"/>
      <inkml:brushProperty name="scaleFactor" value="0.5"/>
    </inkml:brush>
  </inkml:definitions>
  <inkml:trace contextRef="#ctx0" brushRef="#br0">354 105 24575,'0'0'0,"6"0"0,16 0 0,7 0 0,13 0 0,10-7 0,1 0 0,-8-7 0,-4 0 0,3 3 0,13 2 0,-2-4 0,-22 3 0,-36 10 0,2 0 0,1 0 0,0 0 0,0 0 0,0 0 0,-1 0 0,1 0 0,0 0 0,0 0 0,-1 0 0,1 0 0,0 0 0,0 0 0,0 0 0,-1 0 0,1 0 0,0 0 0,0 0 0,0 0 0,-1-1 0,1 1 0,0 0 0,0 0 0,0 0 0,0 0 0,-1 0 0,1-1 0,0 1 0,0 0 0,0 0 0,0 0 0,0 0 0,0-1 0,0 1 0,-1 0 0,1 0 0,0 0 0,0-1 0,0 1 0,0 0 0,0 0 0,0-1 0,0 1 0,0 0 0,0 0 0,0 0 0,0-1 0,0 1 0,0 0 0,0 0 0,0 0 0,1-1 0,-1 1 0,0 0 0,0 0 0,0 0 0,0-1 0,0 1 0,0 0 0,0 0 0,1 0 0,-1 0 0,0 0 0,0-1 0,0 1 0,0 0 0,1 0 0,-1 0 0,-34-7 0,-14 3 0,36 11 0,1-5 0,0 1 0,0 1 0,-13 6 0,-59 39 0,63-31 0,-40 36 0,41-31 0,-34 50 0,-4 20 0,18 0 0,16-13 0,10 8 0,2-3 0,-3 4 0,-5 4 0,2 5 0,-4 10 0,-11 10 0,-4 8 0,-2-6 0,5-3 0,8-19 0,9-10 0,6-10 0,-2-13 0,3 4 0,2-8 0,3 0 0,1 1 0,9-11 0,8-14 0,-8-32 0,-3-1 0,1-1 0,0 1 0,0-1 0,0 0 0,0 0 0,9 4 0,11 2 0,-5-2 0,30 6 0,84 15 0,20-6 0,-3-6 0,-20-5 0,-33 2 0,-31-3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15.77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7426.84375"/>
      <inkml:brushProperty name="anchorY" value="-71916.32813"/>
      <inkml:brushProperty name="scaleFactor" value="0.5"/>
    </inkml:brush>
  </inkml:definitions>
  <inkml:trace contextRef="#ctx0" brushRef="#br0">15785 1696 24575,'0'0'0,"-6"0"0,-24-35 0,-34-36 0,-42-58 0,-45-30 0,-24-15 0,-7 12 0,3 26 0,14 37 0,125 80 0,1 2 0,-45-13 0,32 17 0,5 3 0,-50-4 0,-159-3 0,-55 6 0,-26 7 0,16 3 0,41 2 0,63 0 0,54 1 0,22-7 0,-27-9 0,-47-13 0,-24-8 0,-31-4 0,7-1 0,20 0 0,41 7 0,34 9 0,14 1 0,-9 7 0,-16-2 0,-27-3 0,-11 3 0,7 4 0,34 4 0,32 3 0,21 4 0,-6 2 0,-20 1 0,-20 1 0,-11-8 0,15 1 0,14-1 0,9 2 0,12 1 0,-19 1 0,-29-5 0,-24 0 0,-20 0 0,12 3 0,0 1 0,10 1 0,0-5 0,0 0 0,-3 1 0,-2 1 0,4 2 0,13-5 0,6-7 0,-9 1 0,-26 2 0,-21 3 0,-5-3 0,7 1 0,35 3 0,15 3 0,19 2 0,13 2 0,-5 1 0,-10 1 0,-26 0 0,-11 0 0,11 1 0,26-1 0,35 1 0,19-1 0,21 0 0,-1 0 0,-14 0 0,-9 0 0,10 0 0,2 7 0,-6 7-7914,-47 8 10175,-37 5-3392,6 5 1131,25-5 0,34 2 0,25-6 0,7 0 0,25-5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16.63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0372.08594"/>
      <inkml:brushProperty name="anchorY" value="-69175.19531"/>
      <inkml:brushProperty name="scaleFactor" value="0.5"/>
    </inkml:brush>
  </inkml:definitions>
  <inkml:trace contextRef="#ctx0" brushRef="#br0">145 0 24575,'0'0'0,"0"12"0,0 19 0,-14 5 0,-1 12 0,-6 1 0,2 7 0,3-3 0,4-2 0,-2-12 0,3-4 0,-5-4 0,10 7 0,7-36 0,-1 1 0,1 0 0,-1 0 0,1 0 0,0 0 0,0-1 0,-1 1 0,2 0 0,1 4 0,25 25 0,23-1 0,27 2 0,9 7 0,25 1 0,-1 0 0,-4 0 0,-16-1 0,-22-9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07.2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3827.40625"/>
      <inkml:brushProperty name="anchorY" value="-67937.42969"/>
      <inkml:brushProperty name="scaleFactor" value="0.5"/>
    </inkml:brush>
  </inkml:definitions>
  <inkml:trace contextRef="#ctx0" brushRef="#br0">198 0 24575,'0'0'0,"-6"0"0,-3 14 0,-19 43 0,-14 29 0,2 13 0,5-32 0,8-27 0,28-41 0,-1 1 0,0 0 0,0 1 0,0-1 0,0 0 0,0 0 0,0 1 0,0-1 0,0 0 0,-1 0 0,1 1 0,0-1 0,0 0 0,0 0 0,0 0 0,0 0 0,-1 1 0,1-1 0,0 0 0,0 0 0,0 0 0,-1 0 0,1 1 0,0-1 0,0 0 0,-1 0 0,1 0 0,0 0 0,0 0 0,0 0 0,-1 0 0,1 0 0,0 0 0,0 0 0,-1 0 0,1 0 0,0 0 0,0 0 0,-1 0 0,1 0 0,0 0 0,0 0 0,-1 0 0,1 0 0,0 0 0,0-1 0,-1 1 0,1 0 0,0 0 0,0 0 0,0 0 0,-1 0 0,1-1 0,0 1 0,0 0 0,0 0 0,0 0 0,0-1 0,-1 1 0,1 0 0,0 0 0,0 0 0,0-1 0,0 1 0,0 0 0,0 0 0,0-1 0,0 1 0,11-31 0,20-23 0,10-7 0,5 7 0,-7 18 0,-35 35 0,-1-1 0,0 0 0,1 0 0,-1 0 0,1 1 0,-1 0 0,1-1 0,6 0 0,-9 2 0,1-1 0,-1 1 0,1 0 0,0 0 0,0 0 0,0 0 0,0 0 0,0 1 0,-1-1 0,1 0 0,0 1 0,0 0 0,3 1 0,15 9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08.44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5154.46875"/>
      <inkml:brushProperty name="anchorY" value="-69333.11719"/>
      <inkml:brushProperty name="scaleFactor" value="0.5"/>
    </inkml:brush>
  </inkml:definitions>
  <inkml:trace contextRef="#ctx0" brushRef="#br0">22 0 24575,'0'0'0,"0"6"0,-7 3 0,0 12 0,-1-1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10.36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3862.9375"/>
      <inkml:brushProperty name="anchorY" value="-68119.19531"/>
      <inkml:brushProperty name="scaleFactor" value="0.5"/>
    </inkml:brush>
  </inkml:definitions>
  <inkml:trace contextRef="#ctx0" brushRef="#br0">0 0 24575,'0'0'0,"12"0"0,19 0 0,5 0 0,5 0 0,1 0 0,-40 4 0,1-3 0,1 0 0,-1 1 0,1-1 0,-1 1 0,0 0 0,1 0 0,4 4 0,-5 0 0,1-1 0,-1 0 0,0 0 0,0 0 0,0 0 0,-1 0 0,3 9 0,12 58 0,-7 17 0,-5 6 0,-4-9 0,5-18 0,7-27 0,0-18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10.94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5419.51563"/>
      <inkml:brushProperty name="anchorY" value="-69934.28906"/>
      <inkml:brushProperty name="scaleFactor" value="0.5"/>
    </inkml:brush>
  </inkml:definitions>
  <inkml:trace contextRef="#ctx0" brushRef="#br0">69 0 24575,'0'0'0,"-6"0"0,-3 7 0,-5 22 0,1 21 0,1 27 0,4 3 0,2-3 0,17-9 0,-9-66 0,-1 3 0,1-1 0,0 0 0,0 1 0,0-1 0,1 0 0,-1 0 0,1-1 0,5 6 0,-3-8 0,-2 1 0,0-1 0,1 1 0,-1 0 0,1-1 0,0 0 0,-1 0 0,1 0 0,0 0 0,0-1 0,-1 1 0,1-1 0,4 0 0,-2 1 0,3-1 0,-1-1 0,1 0 0,-1 0 0,15-5 0,41-19 0,-57 19 0,0 1 0,1-1 0,0-1 0,-1 1 0,9-12 0,-8 11 0,-1-2 0,0-1 0,11-18 0,7-28 0,-25 49 0,1 0 0,0 1 0,0-1 0,-1 0 0,0 1 0,-2-14 0,2 12 0,-2 0 0,1 0 0,-2 0 0,1 0 0,-5-8 0,2 12 0,1-1 0,0 0 0,0 0 0,-1 0 0,1 1 0,-1-1 0,0 1 0,-7-4 0,3 2 0,-2 0 0,1 1 0,-1 0 0,-19-5 0,-45-11 0,3 17 0,15 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11.72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4083.25"/>
      <inkml:brushProperty name="anchorY" value="-68703.58594"/>
      <inkml:brushProperty name="scaleFactor" value="0.5"/>
    </inkml:brush>
  </inkml:definitions>
  <inkml:trace contextRef="#ctx0" brushRef="#br0">0 1 24575,'0'0'0,"0"6"0,0 9 0,0 14 0,0 5 0,0 19 0,0 17 0,0 6 0,0-3 0,7-14 0,7-16 0,-10-44 0,-3 3 0,0-1 0,1 0 0,-1 0 0,0 1 0,1-1 0,0 0 0,-1-1 0,1 1 0,0 0 0,-1 0 0,1-1 0,0 1 0,0-1 0,-1 1 0,1-1 0,0 0 0,3 0 0,1-3 0,0 2 0,-1-1 0,1 0 0,-1 0 0,0-1 0,0 0 0,0 1 0,8-7 0,3-3 0,0-1 0,20-20 0,32-43 0,-11 12 0,-53 63 0,1-4 0,1 0 0,0 1 0,0-1 0,9-4 0,-14 9 0,0 0 0,0 0 0,0-1 0,0 1 0,0 0 0,-1 0 0,1 0 0,0-1 0,0 1 0,0 0 0,0 0 0,0 1 0,0-1 0,0 0 0,0 0 0,0 0 0,0 0 0,0 1 0,0-1 0,-1 1 0,1-1 0,0 0 0,0 1 0,0-1 0,0 1 0,-1 0 0,1-1 0,0 1 0,-1 0 0,1-1 0,0 2 0,3-2 0,-2 2 0,1 1 0,-1-1 0,0 1 0,0 0 0,0 0 0,-1 0 0,1 0 0,1 5 0,19 21 0,1-8 0,-20-22 0,-1 1 0,0 1 0,0-1 0,0 1 0,1-1 0,-1 0 0,0 0 0,0 0 0,0 0 0,0 0 0,0 0 0,0-1 0,3 0 0,25-14 0,-6-12 0,-6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5:12.50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5902.25"/>
      <inkml:brushProperty name="anchorY" value="-70209.0625"/>
      <inkml:brushProperty name="scaleFactor" value="0.5"/>
    </inkml:brush>
  </inkml:definitions>
  <inkml:trace contextRef="#ctx0" brushRef="#br0">22 0 24575,'0'0'0,"0"6"0,0 17 0,0 27 0,0 20 0,-7 11 0,-1-30 0,1-24 0,8-37 0,9-27 0,16-13 0,7 2 0,6 9 0,-35 37 0,1-2 0,0 1 0,0 0 0,0 0 0,11-4 0,-12 6 0,-1 0 0,1 0 0,0 0 0,0 1 0,0 0 0,0-1 0,0 1 0,6 1 0,-9 0 0,2 0 0,0 0 0,-1 0 0,1 0 0,0 0 0,-1 0 0,1 1 0,-1-1 0,1 1 0,-1-1 0,3 4 0,-2 0 0,1-1 0,-1 1 0,-1-1 0,1 1 0,0-1 0,-1 1 0,3 8 0,10 47 0,-6 17 0,-4-1 0,-5-12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39.74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4271.75"/>
      <inkml:brushProperty name="anchorY" value="-75510.94531"/>
      <inkml:brushProperty name="scaleFactor" value="0.5"/>
    </inkml:brush>
  </inkml:definitions>
  <inkml:trace contextRef="#ctx0" brushRef="#br0">48 29 24575,'0'0'0,"2"6"0,1 11 0,0 16 0,-6 14 0,-6 7 0,-6-3 0,0-12 0,2-22 0,16-35 0,31-33 0,29-20 0,11 0 0,-3 17 0,-66 52 0,2-2 0,0 0 0,0 1 0,0 0 0,0 0 0,10-2 0,-14 4 0,-1 0 0,1 1 0,0-1 0,0 1 0,0 0 0,0 0 0,0 0 0,-1 0 0,1 0 0,0 1 0,0-1 0,5 3 0,-6-2 0,0 0 0,0 0 0,0 0 0,0 0 0,-1 1 0,1-1 0,0 1 0,-1-1 0,1 1 0,-1 0 0,0-1 0,1 1 0,-1 0 0,0 0 0,1 3 0,1-1 0,-1 1 0,-1 0 0,1 0 0,-1 0 0,0 0 0,0 0 0,0 5 0,0 32 0,-3-18 0,5-20 0,12-19 0,11-12 0,5-3 0,0 3 0,0 6 0,-4 6 0,-3 6 0,-5 13 0,-2 10 0,-5 8 0,-4 10 0,-3 5 0,-3 3 0,-2 3 0,3-6 0,-1-3 0,2-6 0,6-7 0,12-11 0,0-5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40.47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6190.21875"/>
      <inkml:brushProperty name="anchorY" value="-77081.84375"/>
      <inkml:brushProperty name="scaleFactor" value="0.5"/>
    </inkml:brush>
  </inkml:definitions>
  <inkml:trace contextRef="#ctx0" brushRef="#br0">224 74 24575,'0'0'0,"0"-2"0,0-4 0,0-2 0,0-2 0,-3-2 0,-5-1 0,-5 2 0,-6 3 0,-8 5 0,-9 18 0,-1 18 0,5 14 0,7 4 0,9-5 0,9-10 0,12-10 0,1-26 0,-4 1 0,1 1 0,-1-1 0,1 0 0,0-1 0,-1 1 0,1 0 0,0-1 0,-1 1 0,1-1 0,0 0 0,3 0 0,13-4 0,-3 1 0,30-9 0,50-25 0,-5-5 0,-16 1 0,-32 19 0,-33 22 0,-9 5 0,-9 20 0,-12 14 0,-2 1 0,2-3 0,5-8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41.37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7595.48438"/>
      <inkml:brushProperty name="anchorY" value="-78555.125"/>
      <inkml:brushProperty name="scaleFactor" value="0.5"/>
    </inkml:brush>
  </inkml:definitions>
  <inkml:trace contextRef="#ctx0" brushRef="#br0">77 1 24575,'0'0'0,"-5"9"0,-6 8 0,-6 10 0,-1 4 0,3-1 0,5-6 0,12-22 0,-2-1 0,0 1 0,0-1 0,0 1 0,1-1 0,-1 0 0,0 1 0,1-1 0,-1 0 0,1 1 0,-1-1 0,1 0 0,0 1 0,0-1 0,1 1 0,19 21 0,11-3 0,1-2 0,-2-2 0,-6-1 0,-8-1 0,-12 9 0,-15 12 0,-12 2 0,-7-1 0,0-8 0,2-8 0,3-7 0,6-11 0,17-3 0,1 0 0,-1 1 0,0-1 0,1 1 0,-1-1 0,0 0 0,1 1 0,-1-1 0,1 0 0,-1 1 0,1-1 0,-1 0 0,1 0 0,0 1 0,-1-1 0,1 0 0,0 0 0,0 0 0,-1-1 0,5-29 0,3-2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42.71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6266.21875"/>
      <inkml:brushProperty name="anchorY" value="-77666.30469"/>
      <inkml:brushProperty name="scaleFactor" value="0.5"/>
    </inkml:brush>
  </inkml:definitions>
  <inkml:trace contextRef="#ctx0" brushRef="#br0">183 0 24575,'0'0'0,"0"3"0,0 8 0,0 13 0,-3 15 0,-2 18 0,-3 9 0,-3 10 0,-3 7 0,-4 3 0,-4-4 0,1-8 0,0-8 0,5-12 0,2-16 0,2-10 0,2-8 0,4-19 0,4-27 0,16-30 0,12-15 0,9-6 0,3 4 0,-4 9 0,-3 14 0,-6 15 0,-2 14 0,-4 9 0,-2 8 0,-1 4 0,-2 7 0,-1 4 0,-3 5 0,-3 7 0,-7 5 0,-11 8 0,-15 1 0,-5-3 0,-1-8 0,3-7 0,3-8 0,8 1 0,13 3 0,14 12 0,14 12 0,10 4 0,0 6 0,1-3 0,-4 0 0,-7-8 0,-4-7 0,-7-6 0,-5-8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8T06:06:47.92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39520.76563"/>
      <inkml:brushProperty name="anchorY" value="-83437.19531"/>
      <inkml:brushProperty name="scaleFactor" value="0.5"/>
    </inkml:brush>
  </inkml:definitions>
  <inkml:trace contextRef="#ctx0" brushRef="#br0">1 0 24575,'0'0'0,"6"0"0,9 0 0,7 0 0,5 0 0,12 0 0,3 0 0,15 7 0,21 1 0,0-1 0,1 6 0,-71-8 0,2-1 0,0 0 0,0 0 0,17 11 0,-22-9 0,2-1 0,-2 0 0,1 1 0,0 0 0,-1 0 0,0 0 0,4 7 0,-6-3 0,1-1 0,0 0 0,-1 0 0,0 0 0,0 1 0,1 13 0,1 5 0,1 53 0,-6 53 0,-4 6 0,-2-8 0,0 7 0,2-13 0,0 0 0,2-5 0,1-6 0,0-3 0,1-3 0,0-9 0,1-9 0,-1-7 0,0-14 0,0-4 0,0-10 0,0-6 0,0-7 0,0 2 0,-7-8 0,5-35 0,1 1 0,-1-1 0,1 1 0,-1 0 0,0-1 0,0 1 0,0-1 0,0 0 0,-3 3 0,-38 20 0,-13 0 0,-4-5 0,3-6 0,3-4 0,13-5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2" name="Shape 1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lil-log/2018/06/24/attention-attention.html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towardsdatascience.com/transformer-networks-a-mathematical-explanation-why-scaling-the-dot-products-leads-to-more-stable-414f87391500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lil-log/2018/06/24/attention-attention.html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lweb.org/anthology/W18-5408.pdf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rxiv.org/pdf/1803.01271.pdf" TargetMode="Externa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lweb.org/anthology/W18-5408.pdf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rxiv.org/pdf/1803.01271.pdf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ughtvector.io/blog/subword-tokenization/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demo.clab.cs.cmu.edu</a:t>
            </a:r>
            <a:r>
              <a:rPr lang="en-US"/>
              <a:t>/NLP/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89F41-3A46-5C48-8B12-8A663AA0B3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87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17" name="Shape 4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u="sng">
                <a:hlinkClick r:id="rId3"/>
              </a:rPr>
              <a:t>https://lilianweng.github.io/lil-log/2018/06/24/attention-attention.html</a:t>
            </a:r>
          </a:p>
          <a:p>
            <a:r>
              <a:rPr u="sng">
                <a:hlinkClick r:id="rId4"/>
              </a:rPr>
              <a:t>https://towardsdatascience.com/transformer-networks-a-mathematical-explanation-why-scaling-the-dot-products-leads-to-more-stable-414f87391500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43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37" name="Shape 43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Cheng et al, 2016</a:t>
            </a:r>
          </a:p>
          <a:p>
            <a:r>
              <a:t>Vectors at the end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46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4" name="Shape 4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Different weight matrices = different spaces / vectors for when the same token is treated as query, key, or value.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83" name="Shape 4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u="sng">
                <a:hlinkClick r:id="rId3"/>
              </a:rPr>
              <a:t>https://lilianweng.github.io/lil-log/2018/06/24/attention-attention.html</a:t>
            </a:r>
          </a:p>
          <a:p>
            <a:r>
              <a:t>Dot-product attention: when input is large, the softmax function may have an extremely small gradient, hard for efficient learning</a:t>
            </a:r>
          </a:p>
          <a:p>
            <a:endParaRPr/>
          </a:p>
          <a:p>
            <a:r>
              <a:t>As	d gets	large, the	variance	of	the dot product increases, </a:t>
            </a:r>
          </a:p>
          <a:p>
            <a:r>
              <a:t>some values	inside the	softmax get large, the	softmax gets	very peaked	</a:t>
            </a:r>
          </a:p>
          <a:p>
            <a:r>
              <a:t>hence	its	gradient	gets	smaller.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Shape 59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7" name="Shape 59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Allamanis et al, 2016 (different heads for “copy” vs regular)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Shape 6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5" name="Shape 6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Emergent linguistic structure in artificial neural networks trained by self-supervision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8" name="Shape 6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There is no element wise nonlinearities in self attention; stacking more self-attention layers just reaverages value vectors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68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7" name="Shape 6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There is no element wise nonlinearities in self attention; stacking more self-attention layers just reaverages value vectors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9" name="Shape 7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LayerNorm: originally proposed for RNNs for handling varying sequence length</a:t>
            </a:r>
          </a:p>
          <a:p>
            <a:r>
              <a:t>Parameters: scale and shift: adaptive gain (g) and bias (b))</a:t>
            </a:r>
          </a:p>
          <a:p>
            <a:r>
              <a:t>Norm across the hidden units</a:t>
            </a:r>
          </a:p>
          <a:p>
            <a:r>
              <a:t>All hidden units in a layer has the same normalization.</a:t>
            </a:r>
          </a:p>
          <a:p>
            <a:endParaRPr/>
          </a:p>
          <a:p>
            <a:r>
              <a:t>BatchNorms: constraints on batch size (can’t be too small)</a:t>
            </a:r>
          </a:p>
          <a:p>
            <a:r>
              <a:t>Handle "internal covariate shift” (whatever that means)</a:t>
            </a:r>
          </a:p>
          <a:p>
            <a:endParaRPr/>
          </a:p>
          <a:p>
            <a:r>
              <a:t>https://mlexplained.com/2018/11/30/an-overview-of-normalization-methods-in-deep-learning/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29" name="Shape 7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Unlike a RNN where we have implicit modeling of the sequence, the transformer (so far) no longer has any idea of the position of the input in the sentence.  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74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2" name="Shape 74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Experimented with learned positional embeddings: almost identical performance as this sinusoidal embeddings</a:t>
            </a:r>
          </a:p>
          <a:p>
            <a:r>
              <a:t>Thus use this embedding since it will be able to handle length not seen during training</a:t>
            </a:r>
          </a:p>
          <a:p>
            <a:endParaRPr/>
          </a:p>
          <a:p>
            <a:r>
              <a:t>Geometric progression</a:t>
            </a:r>
          </a:p>
          <a:p>
            <a:r>
              <a:t>P(pos+k) can be represented as a linear function of P(pos).  Improve by having relative position embeddings</a:t>
            </a:r>
          </a:p>
          <a:p>
            <a:endParaRPr/>
          </a:p>
          <a:p>
            <a:r>
              <a:t>https://kazemnejad.com/blog/transformer_architecture_positional_encoding/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Shape 75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7" name="Shape 7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Experimented with learned positional embeddings: almost identical performance as this sinusoidal embeddings</a:t>
            </a:r>
          </a:p>
          <a:p>
            <a:r>
              <a:t>Thus use this embedding since it will be able to handle length not seen during training</a:t>
            </a:r>
          </a:p>
          <a:p>
            <a:endParaRPr/>
          </a:p>
          <a:p>
            <a:r>
              <a:t>Geometric progression</a:t>
            </a:r>
          </a:p>
          <a:p>
            <a:r>
              <a:t>P(pos+k) can be represented as a linear function of P(pos).  Improve by having relative position embeddings</a:t>
            </a:r>
          </a:p>
          <a:p>
            <a:endParaRPr/>
          </a:p>
          <a:p>
            <a:r>
              <a:t>https://kazemnejad.com/blog/transformer_architecture_positional_encoding/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Shape 78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83" name="Shape 7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Non-recurrent sequence model</a:t>
            </a:r>
          </a:p>
          <a:p>
            <a:r>
              <a:t>Deep model with attention-based transformer blocks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Shape 80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4" name="Shape 80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http://www.wildml.com/2015/11/understanding-convolutional-neural-networks-for-nlp/</a:t>
            </a:r>
          </a:p>
          <a:p>
            <a:endParaRPr/>
          </a:p>
          <a:p>
            <a:r>
              <a:t>Understanding Convolutional Neural Networks for Text Classification</a:t>
            </a:r>
          </a:p>
          <a:p>
            <a:r>
              <a:t>Jacovi et al 2018</a:t>
            </a:r>
          </a:p>
          <a:p>
            <a:r>
              <a:rPr u="sng">
                <a:hlinkClick r:id="rId3"/>
              </a:rPr>
              <a:t>https://www.aclweb.org/anthology/W18-5408.pdf</a:t>
            </a:r>
          </a:p>
          <a:p>
            <a:endParaRPr u="sng">
              <a:hlinkClick r:id="rId3"/>
            </a:endParaRPr>
          </a:p>
          <a:p>
            <a:r>
              <a:t>An Empirical Evaluation of Generic Convolutional and Recurrent Networks for Sequence Modeling</a:t>
            </a:r>
          </a:p>
          <a:p>
            <a:r>
              <a:t>Bai, Kolter, Koltun 2018</a:t>
            </a:r>
          </a:p>
          <a:p>
            <a:r>
              <a:rPr u="sng">
                <a:hlinkClick r:id="rId4"/>
              </a:rPr>
              <a:t>https://arxiv.org/pdf/1803.01271.pdf</a:t>
            </a:r>
          </a:p>
          <a:p>
            <a:endParaRPr u="sng">
              <a:hlinkClick r:id="rId4"/>
            </a:endParaRPr>
          </a:p>
          <a:p>
            <a:r>
              <a:t>Comparative Study of CNN and RNN for Natural Language Processing</a:t>
            </a:r>
          </a:p>
          <a:p>
            <a:r>
              <a:t>Yin et al 2017</a:t>
            </a:r>
          </a:p>
          <a:p>
            <a:r>
              <a:t>https://arxiv.org/pdf/1702.01923.pdf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Shape 80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9" name="Shape 80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http://www.wildml.com/2015/11/understanding-convolutional-neural-networks-for-nlp/</a:t>
            </a:r>
          </a:p>
          <a:p>
            <a:endParaRPr/>
          </a:p>
          <a:p>
            <a:r>
              <a:t>Understanding Convolutional Neural Networks for Text Classification</a:t>
            </a:r>
          </a:p>
          <a:p>
            <a:r>
              <a:t>Jacovi et al 2018</a:t>
            </a:r>
          </a:p>
          <a:p>
            <a:r>
              <a:rPr u="sng">
                <a:hlinkClick r:id="rId3"/>
              </a:rPr>
              <a:t>https://www.aclweb.org/anthology/W18-5408.pdf</a:t>
            </a:r>
          </a:p>
          <a:p>
            <a:endParaRPr u="sng">
              <a:hlinkClick r:id="rId3"/>
            </a:endParaRPr>
          </a:p>
          <a:p>
            <a:r>
              <a:t>An Empirical Evaluation of Generic Convolutional and Recurrent Networks for Sequence Modeling</a:t>
            </a:r>
          </a:p>
          <a:p>
            <a:r>
              <a:t>Bai, Kolter, Koltun 2018</a:t>
            </a:r>
          </a:p>
          <a:p>
            <a:r>
              <a:rPr u="sng">
                <a:hlinkClick r:id="rId4"/>
              </a:rPr>
              <a:t>https://arxiv.org/pdf/1803.01271.pdf</a:t>
            </a:r>
          </a:p>
          <a:p>
            <a:endParaRPr u="sng">
              <a:hlinkClick r:id="rId4"/>
            </a:endParaRPr>
          </a:p>
          <a:p>
            <a:r>
              <a:t>Comparative Study of CNN and RNN for Natural Language Processing</a:t>
            </a:r>
          </a:p>
          <a:p>
            <a:r>
              <a:t>Yin et al 2017</a:t>
            </a:r>
          </a:p>
          <a:p>
            <a:r>
              <a:t>https://arxiv.org/pdf/1702.01923.pdf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Shape 83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4" name="Shape 8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u="sng">
                <a:hlinkClick r:id="rId3"/>
              </a:rPr>
              <a:t>https://www.thoughtvector.io/blog/subword-tokenization/</a:t>
            </a:r>
          </a:p>
          <a:p>
            <a:r>
              <a:t>https://mlexplained.com/2019/11/06/a-deep-dive-into-the-wonderful-world-of-preprocessing-in-nlp/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Shape 93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4" name="Shape 93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288 heads in total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lnSpc>
                <a:spcPct val="100000"/>
              </a:lnSpc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6231433" y="863203"/>
            <a:ext cx="17439681" cy="11626455"/>
          </a:xfrm>
          <a:prstGeom prst="rect">
            <a:avLst/>
          </a:prstGeom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8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2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lnSpc>
                <a:spcPct val="100000"/>
              </a:lnSpc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lnSpc>
                <a:spcPct val="100000"/>
              </a:lnSpc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387453" y="3643312"/>
            <a:ext cx="15609094" cy="7129798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03250" indent="-603250" defTabSz="821531">
              <a:lnSpc>
                <a:spcPct val="100000"/>
              </a:lnSpc>
              <a:spcBef>
                <a:spcPts val="1400"/>
              </a:spcBef>
              <a:buSzPct val="145000"/>
              <a:buFontTx/>
              <a:defRPr sz="3800">
                <a:latin typeface="Georgia"/>
                <a:ea typeface="Georgia"/>
                <a:cs typeface="Georgia"/>
                <a:sym typeface="Georgia"/>
              </a:defRPr>
            </a:lvl1pPr>
            <a:lvl2pPr marL="1047750" indent="-603250" defTabSz="821531">
              <a:lnSpc>
                <a:spcPct val="100000"/>
              </a:lnSpc>
              <a:spcBef>
                <a:spcPts val="1400"/>
              </a:spcBef>
              <a:buSzPct val="145000"/>
              <a:buFontTx/>
              <a:defRPr sz="3800">
                <a:latin typeface="Georgia"/>
                <a:ea typeface="Georgia"/>
                <a:cs typeface="Georgia"/>
                <a:sym typeface="Georgia"/>
              </a:defRPr>
            </a:lvl2pPr>
            <a:lvl3pPr marL="1492250" indent="-603250" defTabSz="821531">
              <a:lnSpc>
                <a:spcPct val="100000"/>
              </a:lnSpc>
              <a:spcBef>
                <a:spcPts val="1400"/>
              </a:spcBef>
              <a:buSzPct val="145000"/>
              <a:buFontTx/>
              <a:defRPr sz="3800">
                <a:latin typeface="Georgia"/>
                <a:ea typeface="Georgia"/>
                <a:cs typeface="Georgia"/>
                <a:sym typeface="Georgia"/>
              </a:defRPr>
            </a:lvl3pPr>
            <a:lvl4pPr marL="1936750" indent="-603250" defTabSz="821531">
              <a:lnSpc>
                <a:spcPct val="100000"/>
              </a:lnSpc>
              <a:spcBef>
                <a:spcPts val="1400"/>
              </a:spcBef>
              <a:buSzPct val="145000"/>
              <a:buFontTx/>
              <a:defRPr sz="3800">
                <a:latin typeface="Georgia"/>
                <a:ea typeface="Georgia"/>
                <a:cs typeface="Georgia"/>
                <a:sym typeface="Georgia"/>
              </a:defRPr>
            </a:lvl4pPr>
            <a:lvl5pPr marL="2381250" indent="-603250" defTabSz="821531">
              <a:lnSpc>
                <a:spcPct val="100000"/>
              </a:lnSpc>
              <a:spcBef>
                <a:spcPts val="1400"/>
              </a:spcBef>
              <a:buSzPct val="145000"/>
              <a:buFontTx/>
              <a:defRPr sz="3800">
                <a:latin typeface="Georgia"/>
                <a:ea typeface="Georgia"/>
                <a:cs typeface="Georgia"/>
                <a:sym typeface="Georgi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8794253" y="3637358"/>
            <a:ext cx="13260587" cy="8840392"/>
          </a:xfrm>
          <a:prstGeom prst="rect">
            <a:avLst/>
          </a:prstGeom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lnSpc>
                <a:spcPct val="100000"/>
              </a:lnSpc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465364" indent="-465364" defTabSz="821531">
              <a:lnSpc>
                <a:spcPct val="100000"/>
              </a:lnSpc>
              <a:spcBef>
                <a:spcPts val="4500"/>
              </a:spcBef>
              <a:buSzPct val="145000"/>
              <a:buFontTx/>
              <a:defRPr sz="3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08264" indent="-465364" defTabSz="821531">
              <a:lnSpc>
                <a:spcPct val="100000"/>
              </a:lnSpc>
              <a:spcBef>
                <a:spcPts val="4500"/>
              </a:spcBef>
              <a:buSzPct val="145000"/>
              <a:buFontTx/>
              <a:defRPr sz="3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151164" indent="-465364" defTabSz="821531">
              <a:lnSpc>
                <a:spcPct val="100000"/>
              </a:lnSpc>
              <a:spcBef>
                <a:spcPts val="4500"/>
              </a:spcBef>
              <a:buSzPct val="145000"/>
              <a:buFontTx/>
              <a:defRPr sz="3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494064" indent="-465364" defTabSz="821531">
              <a:lnSpc>
                <a:spcPct val="100000"/>
              </a:lnSpc>
              <a:spcBef>
                <a:spcPts val="4500"/>
              </a:spcBef>
              <a:buSzPct val="145000"/>
              <a:buFontTx/>
              <a:defRPr sz="3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836964" indent="-465364" defTabSz="821531">
              <a:lnSpc>
                <a:spcPct val="100000"/>
              </a:lnSpc>
              <a:spcBef>
                <a:spcPts val="4500"/>
              </a:spcBef>
              <a:buSzPct val="145000"/>
              <a:buFontTx/>
              <a:defRPr sz="3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2192000" y="1250156"/>
            <a:ext cx="8251032" cy="5500689"/>
          </a:xfrm>
          <a:prstGeom prst="rect">
            <a:avLst/>
          </a:prstGeom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291704" y="1250156"/>
            <a:ext cx="16850320" cy="11233548"/>
          </a:xfrm>
          <a:prstGeom prst="rect">
            <a:avLst/>
          </a:prstGeom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3200" i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</p:spPr>
        <p:txBody>
          <a:bodyPr lIns="71437" tIns="71437" rIns="71437" bIns="71437" anchor="ctr">
            <a:spAutoFit/>
          </a:bodyPr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4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1712269" y="0"/>
            <a:ext cx="20959463" cy="13983891"/>
          </a:xfrm>
          <a:prstGeom prst="rect">
            <a:avLst/>
          </a:prstGeom>
        </p:spPr>
        <p:txBody>
          <a:bodyPr tIns="45719" bIns="45719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lnSpc>
                <a:spcPct val="100000"/>
              </a:lnSpc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indent="-611187" defTabSz="821531">
              <a:lnSpc>
                <a:spcPct val="120000"/>
              </a:lnSpc>
              <a:spcBef>
                <a:spcPts val="70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821531">
              <a:lnSpc>
                <a:spcPct val="100000"/>
              </a:lnSpc>
              <a:defRPr sz="7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20000"/>
              </a:lnSpc>
              <a:spcBef>
                <a:spcPts val="42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indent="-611187" defTabSz="821531">
              <a:lnSpc>
                <a:spcPct val="120000"/>
              </a:lnSpc>
              <a:spcBef>
                <a:spcPts val="42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indent="-611187" defTabSz="821531">
              <a:lnSpc>
                <a:spcPct val="120000"/>
              </a:lnSpc>
              <a:spcBef>
                <a:spcPts val="42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indent="-611187" defTabSz="821531">
              <a:lnSpc>
                <a:spcPct val="120000"/>
              </a:lnSpc>
              <a:spcBef>
                <a:spcPts val="42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indent="-611187" defTabSz="821531">
              <a:lnSpc>
                <a:spcPct val="120000"/>
              </a:lnSpc>
              <a:spcBef>
                <a:spcPts val="4200"/>
              </a:spcBef>
              <a:buSzPct val="145000"/>
              <a:buFontTx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</p:spPr>
        <p:txBody>
          <a:bodyPr lIns="50800" tIns="50800" rIns="50800" bIns="50800" anchor="t"/>
          <a:lstStyle>
            <a:lvl1pPr defTabSz="2438338">
              <a:lnSpc>
                <a:spcPct val="80000"/>
              </a:lnSpc>
              <a:defRPr sz="8500" b="1" spc="-17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Title</a:t>
            </a:r>
          </a:p>
        </p:txBody>
      </p:sp>
      <p:sp>
        <p:nvSpPr>
          <p:cNvPr id="15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55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Subtitle</a:t>
            </a:r>
          </a:p>
        </p:txBody>
      </p:sp>
      <p:sp>
        <p:nvSpPr>
          <p:cNvPr id="15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609600" indent="-609600" defTabSz="2438338">
              <a:spcBef>
                <a:spcPts val="4500"/>
              </a:spcBef>
              <a:buSzPct val="123000"/>
              <a:buFontTx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200" indent="-609600" defTabSz="2438338">
              <a:spcBef>
                <a:spcPts val="4500"/>
              </a:spcBef>
              <a:buSzPct val="123000"/>
              <a:buFontTx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828800" indent="-609600" defTabSz="2438338">
              <a:spcBef>
                <a:spcPts val="4500"/>
              </a:spcBef>
              <a:buSzPct val="123000"/>
              <a:buFontTx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438400" indent="-609600" defTabSz="2438338">
              <a:spcBef>
                <a:spcPts val="4500"/>
              </a:spcBef>
              <a:buSzPct val="123000"/>
              <a:buFontTx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048000" indent="-609600" defTabSz="2438338">
              <a:spcBef>
                <a:spcPts val="4500"/>
              </a:spcBef>
              <a:buSzPct val="123000"/>
              <a:buFontTx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0" y="575359"/>
            <a:ext cx="20706275" cy="717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766222" y="13141323"/>
            <a:ext cx="351638" cy="4191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defTabSz="1828800">
              <a:defRPr sz="2400">
                <a:solidFill>
                  <a:srgbClr val="FFFFFF"/>
                </a:solidFill>
                <a:latin typeface="Avenir Book"/>
                <a:ea typeface="Avenir Book"/>
                <a:cs typeface="Avenir Book"/>
                <a:sym typeface="Avenir Boo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</p:sldLayoutIdLst>
  <p:transition spd="med"/>
  <p:txStyles>
    <p:titleStyle>
      <a:lvl1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1pPr>
      <a:lvl2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2pPr>
      <a:lvl3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3pPr>
      <a:lvl4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4pPr>
      <a:lvl5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5pPr>
      <a:lvl6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0" marR="0" indent="0" algn="l" defTabSz="18288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9pPr>
    </p:titleStyle>
    <p:bodyStyle>
      <a:lvl1pPr marL="457200" marR="0" indent="-457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1pPr>
      <a:lvl2pPr marL="990600" marR="0" indent="-5334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2pPr>
      <a:lvl3pPr marL="1554479" marR="0" indent="-640079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3pPr>
      <a:lvl4pPr marL="20828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4pPr>
      <a:lvl5pPr marL="25400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5pPr>
      <a:lvl6pPr marL="29972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6pPr>
      <a:lvl7pPr marL="34544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7pPr>
      <a:lvl8pPr marL="39116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8pPr>
      <a:lvl9pPr marL="4368800" marR="0" indent="-711200" algn="l" defTabSz="182880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Avenir Book"/>
          <a:ea typeface="Avenir Book"/>
          <a:cs typeface="Avenir Book"/>
          <a:sym typeface="Avenir Book"/>
        </a:defRPr>
      </a:lvl9pPr>
    </p:bodyStyle>
    <p:otherStyle>
      <a:lvl1pPr marL="0" marR="0" indent="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1pPr>
      <a:lvl2pPr marL="0" marR="0" indent="45720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2pPr>
      <a:lvl3pPr marL="0" marR="0" indent="91440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3pPr>
      <a:lvl4pPr marL="0" marR="0" indent="137160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4pPr>
      <a:lvl5pPr marL="0" marR="0" indent="182880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5pPr>
      <a:lvl6pPr marL="0" marR="0" indent="228600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6pPr>
      <a:lvl7pPr marL="0" marR="0" indent="274320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7pPr>
      <a:lvl8pPr marL="0" marR="0" indent="320040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8pPr>
      <a:lvl9pPr marL="0" marR="0" indent="3657600" algn="ctr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Boo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5.png"/><Relationship Id="rId10" Type="http://schemas.openxmlformats.org/officeDocument/2006/relationships/customXml" Target="../ink/ink4.xml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1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customXml" Target="../ink/ink10.xml"/><Relationship Id="rId3" Type="http://schemas.openxmlformats.org/officeDocument/2006/relationships/image" Target="../media/image27.png"/><Relationship Id="rId7" Type="http://schemas.openxmlformats.org/officeDocument/2006/relationships/customXml" Target="../ink/ink7.xml"/><Relationship Id="rId12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11" Type="http://schemas.openxmlformats.org/officeDocument/2006/relationships/customXml" Target="../ink/ink9.xml"/><Relationship Id="rId5" Type="http://schemas.openxmlformats.org/officeDocument/2006/relationships/image" Target="../media/image29.png"/><Relationship Id="rId10" Type="http://schemas.openxmlformats.org/officeDocument/2006/relationships/image" Target="../media/image31.png"/><Relationship Id="rId4" Type="http://schemas.openxmlformats.org/officeDocument/2006/relationships/image" Target="../media/image28.png"/><Relationship Id="rId9" Type="http://schemas.openxmlformats.org/officeDocument/2006/relationships/customXml" Target="../ink/ink8.xml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customXml" Target="../ink/ink13.xml"/><Relationship Id="rId18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2.png"/><Relationship Id="rId17" Type="http://schemas.openxmlformats.org/officeDocument/2006/relationships/customXml" Target="../ink/ink15.xml"/><Relationship Id="rId2" Type="http://schemas.openxmlformats.org/officeDocument/2006/relationships/image" Target="../media/image34.png"/><Relationship Id="rId16" Type="http://schemas.openxmlformats.org/officeDocument/2006/relationships/image" Target="../media/image44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8.png"/><Relationship Id="rId11" Type="http://schemas.openxmlformats.org/officeDocument/2006/relationships/customXml" Target="../ink/ink12.xml"/><Relationship Id="rId5" Type="http://schemas.openxmlformats.org/officeDocument/2006/relationships/image" Target="../media/image37.png"/><Relationship Id="rId15" Type="http://schemas.openxmlformats.org/officeDocument/2006/relationships/customXml" Target="../ink/ink14.xml"/><Relationship Id="rId10" Type="http://schemas.openxmlformats.org/officeDocument/2006/relationships/image" Target="../media/image41.png"/><Relationship Id="rId19" Type="http://schemas.openxmlformats.org/officeDocument/2006/relationships/customXml" Target="../ink/ink16.xml"/><Relationship Id="rId4" Type="http://schemas.openxmlformats.org/officeDocument/2006/relationships/image" Target="../media/image36.png"/><Relationship Id="rId9" Type="http://schemas.openxmlformats.org/officeDocument/2006/relationships/customXml" Target="../ink/ink11.xml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21.xml"/><Relationship Id="rId3" Type="http://schemas.openxmlformats.org/officeDocument/2006/relationships/image" Target="../media/image18.png"/><Relationship Id="rId7" Type="http://schemas.openxmlformats.org/officeDocument/2006/relationships/customXml" Target="../ink/ink18.xml"/><Relationship Id="rId12" Type="http://schemas.openxmlformats.org/officeDocument/2006/relationships/image" Target="../media/image51.png"/><Relationship Id="rId2" Type="http://schemas.openxmlformats.org/officeDocument/2006/relationships/image" Target="../media/image17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8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image" Target="../media/image53.png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19.xml"/><Relationship Id="rId1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2.xml"/><Relationship Id="rId21" Type="http://schemas.openxmlformats.org/officeDocument/2006/relationships/image" Target="../media/image65.png"/><Relationship Id="rId42" Type="http://schemas.openxmlformats.org/officeDocument/2006/relationships/customXml" Target="../ink/ink40.xml"/><Relationship Id="rId47" Type="http://schemas.openxmlformats.org/officeDocument/2006/relationships/image" Target="../media/image78.png"/><Relationship Id="rId63" Type="http://schemas.openxmlformats.org/officeDocument/2006/relationships/image" Target="../media/image86.png"/><Relationship Id="rId68" Type="http://schemas.openxmlformats.org/officeDocument/2006/relationships/customXml" Target="../ink/ink53.xml"/><Relationship Id="rId84" Type="http://schemas.openxmlformats.org/officeDocument/2006/relationships/customXml" Target="../ink/ink61.xml"/><Relationship Id="rId89" Type="http://schemas.openxmlformats.org/officeDocument/2006/relationships/image" Target="../media/image99.png"/><Relationship Id="rId16" Type="http://schemas.openxmlformats.org/officeDocument/2006/relationships/image" Target="../media/image62.png"/><Relationship Id="rId11" Type="http://schemas.openxmlformats.org/officeDocument/2006/relationships/image" Target="../media/image59.png"/><Relationship Id="rId32" Type="http://schemas.openxmlformats.org/officeDocument/2006/relationships/customXml" Target="../ink/ink35.xml"/><Relationship Id="rId37" Type="http://schemas.openxmlformats.org/officeDocument/2006/relationships/image" Target="../media/image73.png"/><Relationship Id="rId53" Type="http://schemas.openxmlformats.org/officeDocument/2006/relationships/image" Target="../media/image81.png"/><Relationship Id="rId58" Type="http://schemas.openxmlformats.org/officeDocument/2006/relationships/customXml" Target="../ink/ink48.xml"/><Relationship Id="rId74" Type="http://schemas.openxmlformats.org/officeDocument/2006/relationships/customXml" Target="../ink/ink56.xml"/><Relationship Id="rId79" Type="http://schemas.openxmlformats.org/officeDocument/2006/relationships/image" Target="../media/image94.png"/><Relationship Id="rId5" Type="http://schemas.openxmlformats.org/officeDocument/2006/relationships/image" Target="../media/image56.png"/><Relationship Id="rId14" Type="http://schemas.openxmlformats.org/officeDocument/2006/relationships/customXml" Target="../ink/ink27.xml"/><Relationship Id="rId22" Type="http://schemas.openxmlformats.org/officeDocument/2006/relationships/customXml" Target="../ink/ink30.xml"/><Relationship Id="rId27" Type="http://schemas.openxmlformats.org/officeDocument/2006/relationships/image" Target="../media/image68.png"/><Relationship Id="rId30" Type="http://schemas.openxmlformats.org/officeDocument/2006/relationships/customXml" Target="../ink/ink34.xml"/><Relationship Id="rId35" Type="http://schemas.openxmlformats.org/officeDocument/2006/relationships/image" Target="../media/image72.png"/><Relationship Id="rId43" Type="http://schemas.openxmlformats.org/officeDocument/2006/relationships/image" Target="../media/image76.png"/><Relationship Id="rId48" Type="http://schemas.openxmlformats.org/officeDocument/2006/relationships/customXml" Target="../ink/ink43.xml"/><Relationship Id="rId56" Type="http://schemas.openxmlformats.org/officeDocument/2006/relationships/customXml" Target="../ink/ink47.xml"/><Relationship Id="rId64" Type="http://schemas.openxmlformats.org/officeDocument/2006/relationships/customXml" Target="../ink/ink51.xml"/><Relationship Id="rId69" Type="http://schemas.openxmlformats.org/officeDocument/2006/relationships/image" Target="../media/image89.png"/><Relationship Id="rId77" Type="http://schemas.openxmlformats.org/officeDocument/2006/relationships/image" Target="../media/image93.png"/><Relationship Id="rId8" Type="http://schemas.openxmlformats.org/officeDocument/2006/relationships/customXml" Target="../ink/ink24.xml"/><Relationship Id="rId51" Type="http://schemas.openxmlformats.org/officeDocument/2006/relationships/image" Target="../media/image80.png"/><Relationship Id="rId72" Type="http://schemas.openxmlformats.org/officeDocument/2006/relationships/customXml" Target="../ink/ink55.xml"/><Relationship Id="rId80" Type="http://schemas.openxmlformats.org/officeDocument/2006/relationships/customXml" Target="../ink/ink59.xml"/><Relationship Id="rId85" Type="http://schemas.openxmlformats.org/officeDocument/2006/relationships/image" Target="../media/image97.png"/><Relationship Id="rId3" Type="http://schemas.openxmlformats.org/officeDocument/2006/relationships/image" Target="../media/image18.png"/><Relationship Id="rId12" Type="http://schemas.openxmlformats.org/officeDocument/2006/relationships/customXml" Target="../ink/ink26.xml"/><Relationship Id="rId17" Type="http://schemas.openxmlformats.org/officeDocument/2006/relationships/image" Target="../media/image63.png"/><Relationship Id="rId25" Type="http://schemas.openxmlformats.org/officeDocument/2006/relationships/image" Target="../media/image67.png"/><Relationship Id="rId33" Type="http://schemas.openxmlformats.org/officeDocument/2006/relationships/image" Target="../media/image71.png"/><Relationship Id="rId38" Type="http://schemas.openxmlformats.org/officeDocument/2006/relationships/customXml" Target="../ink/ink38.xml"/><Relationship Id="rId46" Type="http://schemas.openxmlformats.org/officeDocument/2006/relationships/customXml" Target="../ink/ink42.xml"/><Relationship Id="rId59" Type="http://schemas.openxmlformats.org/officeDocument/2006/relationships/image" Target="../media/image84.png"/><Relationship Id="rId67" Type="http://schemas.openxmlformats.org/officeDocument/2006/relationships/image" Target="../media/image88.png"/><Relationship Id="rId20" Type="http://schemas.openxmlformats.org/officeDocument/2006/relationships/customXml" Target="../ink/ink29.xml"/><Relationship Id="rId41" Type="http://schemas.openxmlformats.org/officeDocument/2006/relationships/image" Target="../media/image75.png"/><Relationship Id="rId54" Type="http://schemas.openxmlformats.org/officeDocument/2006/relationships/customXml" Target="../ink/ink46.xml"/><Relationship Id="rId62" Type="http://schemas.openxmlformats.org/officeDocument/2006/relationships/customXml" Target="../ink/ink50.xml"/><Relationship Id="rId70" Type="http://schemas.openxmlformats.org/officeDocument/2006/relationships/customXml" Target="../ink/ink54.xml"/><Relationship Id="rId75" Type="http://schemas.openxmlformats.org/officeDocument/2006/relationships/image" Target="../media/image92.png"/><Relationship Id="rId83" Type="http://schemas.openxmlformats.org/officeDocument/2006/relationships/image" Target="../media/image96.png"/><Relationship Id="rId88" Type="http://schemas.openxmlformats.org/officeDocument/2006/relationships/customXml" Target="../ink/ink63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3.xml"/><Relationship Id="rId15" Type="http://schemas.openxmlformats.org/officeDocument/2006/relationships/image" Target="../media/image61.png"/><Relationship Id="rId23" Type="http://schemas.openxmlformats.org/officeDocument/2006/relationships/image" Target="../media/image66.png"/><Relationship Id="rId28" Type="http://schemas.openxmlformats.org/officeDocument/2006/relationships/customXml" Target="../ink/ink33.xml"/><Relationship Id="rId36" Type="http://schemas.openxmlformats.org/officeDocument/2006/relationships/customXml" Target="../ink/ink37.xml"/><Relationship Id="rId49" Type="http://schemas.openxmlformats.org/officeDocument/2006/relationships/image" Target="../media/image79.png"/><Relationship Id="rId57" Type="http://schemas.openxmlformats.org/officeDocument/2006/relationships/image" Target="../media/image83.png"/><Relationship Id="rId10" Type="http://schemas.openxmlformats.org/officeDocument/2006/relationships/customXml" Target="../ink/ink25.xml"/><Relationship Id="rId31" Type="http://schemas.openxmlformats.org/officeDocument/2006/relationships/image" Target="../media/image70.png"/><Relationship Id="rId44" Type="http://schemas.openxmlformats.org/officeDocument/2006/relationships/customXml" Target="../ink/ink41.xml"/><Relationship Id="rId52" Type="http://schemas.openxmlformats.org/officeDocument/2006/relationships/customXml" Target="../ink/ink45.xml"/><Relationship Id="rId60" Type="http://schemas.openxmlformats.org/officeDocument/2006/relationships/customXml" Target="../ink/ink49.xml"/><Relationship Id="rId65" Type="http://schemas.openxmlformats.org/officeDocument/2006/relationships/image" Target="../media/image87.png"/><Relationship Id="rId73" Type="http://schemas.openxmlformats.org/officeDocument/2006/relationships/image" Target="../media/image91.png"/><Relationship Id="rId78" Type="http://schemas.openxmlformats.org/officeDocument/2006/relationships/customXml" Target="../ink/ink58.xml"/><Relationship Id="rId81" Type="http://schemas.openxmlformats.org/officeDocument/2006/relationships/image" Target="../media/image95.png"/><Relationship Id="rId86" Type="http://schemas.openxmlformats.org/officeDocument/2006/relationships/customXml" Target="../ink/ink62.xml"/><Relationship Id="rId4" Type="http://schemas.openxmlformats.org/officeDocument/2006/relationships/customXml" Target="../ink/ink22.xml"/><Relationship Id="rId9" Type="http://schemas.openxmlformats.org/officeDocument/2006/relationships/image" Target="../media/image58.png"/><Relationship Id="rId13" Type="http://schemas.openxmlformats.org/officeDocument/2006/relationships/image" Target="../media/image60.png"/><Relationship Id="rId18" Type="http://schemas.openxmlformats.org/officeDocument/2006/relationships/customXml" Target="../ink/ink28.xml"/><Relationship Id="rId39" Type="http://schemas.openxmlformats.org/officeDocument/2006/relationships/image" Target="../media/image74.png"/><Relationship Id="rId34" Type="http://schemas.openxmlformats.org/officeDocument/2006/relationships/customXml" Target="../ink/ink36.xml"/><Relationship Id="rId50" Type="http://schemas.openxmlformats.org/officeDocument/2006/relationships/customXml" Target="../ink/ink44.xml"/><Relationship Id="rId55" Type="http://schemas.openxmlformats.org/officeDocument/2006/relationships/image" Target="../media/image82.png"/><Relationship Id="rId76" Type="http://schemas.openxmlformats.org/officeDocument/2006/relationships/customXml" Target="../ink/ink57.xml"/><Relationship Id="rId7" Type="http://schemas.openxmlformats.org/officeDocument/2006/relationships/image" Target="../media/image57.png"/><Relationship Id="rId71" Type="http://schemas.openxmlformats.org/officeDocument/2006/relationships/image" Target="../media/image90.png"/><Relationship Id="rId2" Type="http://schemas.openxmlformats.org/officeDocument/2006/relationships/image" Target="../media/image55.png"/><Relationship Id="rId29" Type="http://schemas.openxmlformats.org/officeDocument/2006/relationships/image" Target="../media/image69.png"/><Relationship Id="rId24" Type="http://schemas.openxmlformats.org/officeDocument/2006/relationships/customXml" Target="../ink/ink31.xml"/><Relationship Id="rId40" Type="http://schemas.openxmlformats.org/officeDocument/2006/relationships/customXml" Target="../ink/ink39.xml"/><Relationship Id="rId45" Type="http://schemas.openxmlformats.org/officeDocument/2006/relationships/image" Target="../media/image77.png"/><Relationship Id="rId66" Type="http://schemas.openxmlformats.org/officeDocument/2006/relationships/customXml" Target="../ink/ink52.xml"/><Relationship Id="rId87" Type="http://schemas.openxmlformats.org/officeDocument/2006/relationships/image" Target="../media/image98.png"/><Relationship Id="rId61" Type="http://schemas.openxmlformats.org/officeDocument/2006/relationships/image" Target="../media/image85.png"/><Relationship Id="rId82" Type="http://schemas.openxmlformats.org/officeDocument/2006/relationships/customXml" Target="../ink/ink60.xml"/><Relationship Id="rId19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ti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ti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ti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t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tif"/><Relationship Id="rId2" Type="http://schemas.openxmlformats.org/officeDocument/2006/relationships/image" Target="../media/image121.tif"/><Relationship Id="rId1" Type="http://schemas.openxmlformats.org/officeDocument/2006/relationships/slideLayout" Target="../slideLayouts/slideLayout14.xml"/><Relationship Id="rId5" Type="http://schemas.openxmlformats.org/officeDocument/2006/relationships/hyperlink" Target="http://jalammar.github.io/illustrated-transformer/" TargetMode="External"/><Relationship Id="rId4" Type="http://schemas.openxmlformats.org/officeDocument/2006/relationships/hyperlink" Target="http://jalammar.github.io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://jalammar.github.io/illustrated-transformer/" TargetMode="External"/><Relationship Id="rId4" Type="http://schemas.openxmlformats.org/officeDocument/2006/relationships/hyperlink" Target="http://jalammar.github.io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" TargetMode="External"/><Relationship Id="rId2" Type="http://schemas.openxmlformats.org/officeDocument/2006/relationships/image" Target="../media/image123.tif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0.png"/><Relationship Id="rId4" Type="http://schemas.openxmlformats.org/officeDocument/2006/relationships/hyperlink" Target="http://jalammar.github.io/illustrated-transformer/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hyperlink" Target="http://jalammar.github.io/illustrated-transformer/" TargetMode="External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12" Type="http://schemas.openxmlformats.org/officeDocument/2006/relationships/hyperlink" Target="http://jalammar.github.io/" TargetMode="External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0" Type="http://schemas.openxmlformats.org/officeDocument/2006/relationships/image" Target="../media/image149.tif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t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" TargetMode="External"/><Relationship Id="rId2" Type="http://schemas.openxmlformats.org/officeDocument/2006/relationships/image" Target="../media/image152.tif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jalammar.github.io/illustrated-gpt2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" TargetMode="External"/><Relationship Id="rId2" Type="http://schemas.openxmlformats.org/officeDocument/2006/relationships/image" Target="../media/image153.tif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jalammar.github.io/illustrated-gpt2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" TargetMode="External"/><Relationship Id="rId2" Type="http://schemas.openxmlformats.org/officeDocument/2006/relationships/image" Target="../media/image154.tif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jalammar.github.io/illustrated-gpt2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" TargetMode="External"/><Relationship Id="rId2" Type="http://schemas.openxmlformats.org/officeDocument/2006/relationships/image" Target="../media/image155.tif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jalammar.github.io/illustrated-gpt2/" TargetMode="Externa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6.png"/><Relationship Id="rId7" Type="http://schemas.openxmlformats.org/officeDocument/2006/relationships/image" Target="../media/image15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jessevig/bertviz" TargetMode="External"/><Relationship Id="rId5" Type="http://schemas.openxmlformats.org/officeDocument/2006/relationships/image" Target="../media/image158.png"/><Relationship Id="rId4" Type="http://schemas.openxmlformats.org/officeDocument/2006/relationships/image" Target="../media/image157.png"/><Relationship Id="rId9" Type="http://schemas.openxmlformats.org/officeDocument/2006/relationships/image" Target="../media/image1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" TargetMode="External"/><Relationship Id="rId2" Type="http://schemas.openxmlformats.org/officeDocument/2006/relationships/image" Target="../media/image163.tif"/><Relationship Id="rId1" Type="http://schemas.openxmlformats.org/officeDocument/2006/relationships/slideLayout" Target="../slideLayouts/slideLayout14.xml"/><Relationship Id="rId4" Type="http://schemas.openxmlformats.org/officeDocument/2006/relationships/hyperlink" Target="http://jalammar.github.io/illustrated-transformer/" TargetMode="Externa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t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t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t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8.png"/><Relationship Id="rId5" Type="http://schemas.openxmlformats.org/officeDocument/2006/relationships/hyperlink" Target="http://jalammar.github.io/illustrated-transformer/" TargetMode="External"/><Relationship Id="rId4" Type="http://schemas.openxmlformats.org/officeDocument/2006/relationships/hyperlink" Target="http://jalammar.github.io/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t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4.tif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5.tif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t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9.tif"/><Relationship Id="rId4" Type="http://schemas.openxmlformats.org/officeDocument/2006/relationships/image" Target="../media/image19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hyperlink" Target="http://jalammar.github.io/illustrated-gpt2/" TargetMode="External"/><Relationship Id="rId2" Type="http://schemas.openxmlformats.org/officeDocument/2006/relationships/image" Target="../media/image105.tif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jalammar.github.io/" TargetMode="External"/><Relationship Id="rId5" Type="http://schemas.openxmlformats.org/officeDocument/2006/relationships/image" Target="../media/image202.tif"/><Relationship Id="rId4" Type="http://schemas.openxmlformats.org/officeDocument/2006/relationships/image" Target="../media/image20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tic.googleusercontent.com/media/research.google.com/en/pubs/archive/37842.pdf" TargetMode="Externa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808.06226" TargetMode="External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arxiv.org/abs/1804.10959" TargetMode="External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uggingface/transformers" TargetMode="External"/><Relationship Id="rId3" Type="http://schemas.openxmlformats.org/officeDocument/2006/relationships/image" Target="../media/image216.png"/><Relationship Id="rId7" Type="http://schemas.openxmlformats.org/officeDocument/2006/relationships/image" Target="../media/image218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pytorch.org/docs/stable/nn.html#transformer-layers" TargetMode="External"/><Relationship Id="rId5" Type="http://schemas.openxmlformats.org/officeDocument/2006/relationships/image" Target="../media/image217.tif"/><Relationship Id="rId4" Type="http://schemas.openxmlformats.org/officeDocument/2006/relationships/hyperlink" Target="http://nlp.seas.harvard.edu/2018/04/03/attention.html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.ai/short-courses/how-transformer-llms-work/?utm_campaign=handsonllm-launch&amp;utm_medium=partner" TargetMode="External"/><Relationship Id="rId2" Type="http://schemas.openxmlformats.org/officeDocument/2006/relationships/hyperlink" Target="https://jalammar.github.io/illustrated-transformer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2l.ai/chapter_attention-mechanisms-and-transformers/transformer.html" TargetMode="External"/><Relationship Id="rId4" Type="http://schemas.openxmlformats.org/officeDocument/2006/relationships/hyperlink" Target="https://www.youtube.com/watch?v=eMlx5fFNoYc" TargetMode="Externa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3.png"/><Relationship Id="rId4" Type="http://schemas.openxmlformats.org/officeDocument/2006/relationships/image" Target="../media/image22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6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52091" y="4688482"/>
            <a:ext cx="21336000" cy="1569660"/>
          </a:xfrm>
        </p:spPr>
        <p:txBody>
          <a:bodyPr>
            <a:normAutofit/>
          </a:bodyPr>
          <a:lstStyle/>
          <a:p>
            <a:r>
              <a:rPr lang="en-US" sz="8000" dirty="0"/>
              <a:t>CMPT 413/713: Natural Language Processing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659119" y="9708974"/>
            <a:ext cx="18288000" cy="1978772"/>
          </a:xfrm>
        </p:spPr>
        <p:txBody>
          <a:bodyPr>
            <a:normAutofit/>
          </a:bodyPr>
          <a:lstStyle/>
          <a:p>
            <a:r>
              <a:rPr lang="en-US" sz="7200" dirty="0"/>
              <a:t>Zhiyun (Richard) Peng</a:t>
            </a:r>
          </a:p>
        </p:txBody>
      </p:sp>
      <p:sp>
        <p:nvSpPr>
          <p:cNvPr id="7" name="Subtitle 4"/>
          <p:cNvSpPr txBox="1">
            <a:spLocks/>
          </p:cNvSpPr>
          <p:nvPr/>
        </p:nvSpPr>
        <p:spPr>
          <a:xfrm>
            <a:off x="3048000" y="11116390"/>
            <a:ext cx="18288000" cy="812872"/>
          </a:xfrm>
          <a:prstGeom prst="rect">
            <a:avLst/>
          </a:prstGeom>
        </p:spPr>
        <p:txBody>
          <a:bodyPr vert="horz" lIns="182880" tIns="91440" rIns="182880" bIns="9144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ts val="2000"/>
              </a:spcBef>
              <a:defRPr/>
            </a:pPr>
            <a:r>
              <a:rPr lang="en-US" sz="4800" dirty="0">
                <a:solidFill>
                  <a:prstClr val="black"/>
                </a:solidFill>
                <a:latin typeface="Calibri" panose="020F0502020204030204"/>
              </a:rPr>
              <a:t>2026-10-28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676891" y="133366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800" hangingPunct="1">
              <a:defRPr/>
            </a:pPr>
            <a:fld id="{0678F3BA-CF26-A443-A03B-DCCCF0EAA5A1}" type="slidenum">
              <a:rPr lang="en-US" smtClean="0"/>
              <a:pPr algn="r" defTabSz="1828800" hangingPunct="1">
                <a:defRPr/>
              </a:pPr>
              <a:t>1</a:t>
            </a:fld>
            <a:endParaRPr lang="en-US" sz="2400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477C1-3C00-EE48-8A0E-7E8D7D717AAF}"/>
              </a:ext>
            </a:extLst>
          </p:cNvPr>
          <p:cNvSpPr/>
          <p:nvPr/>
        </p:nvSpPr>
        <p:spPr>
          <a:xfrm>
            <a:off x="2659119" y="12275467"/>
            <a:ext cx="19759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 hangingPunct="1">
              <a:defRPr/>
            </a:pP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Adapted from slides from Angel Chang, Anoop Sarkar, 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Danqi</a:t>
            </a: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 Chen, Karthik Narasimhan, and Justin Johnson, Chris Manning, Abigail See, Andrej 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Karpathy</a:t>
            </a: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, Graham 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Neubig</a:t>
            </a:r>
            <a:endParaRPr lang="en-US" sz="3600" kern="1200" dirty="0">
              <a:solidFill>
                <a:srgbClr val="E7E6E6">
                  <a:lumMod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5D0A0-CDDF-E5D1-9AAB-16996183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890" y="840368"/>
            <a:ext cx="7440708" cy="3225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C61DC-DA36-9F0A-3C95-26CF319819D0}"/>
              </a:ext>
            </a:extLst>
          </p:cNvPr>
          <p:cNvSpPr txBox="1"/>
          <p:nvPr/>
        </p:nvSpPr>
        <p:spPr>
          <a:xfrm>
            <a:off x="144483" y="7053395"/>
            <a:ext cx="236675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/>
              <a:t>Transformers and Self-Attention</a:t>
            </a:r>
          </a:p>
        </p:txBody>
      </p:sp>
    </p:spTree>
    <p:extLst>
      <p:ext uri="{BB962C8B-B14F-4D97-AF65-F5344CB8AC3E}">
        <p14:creationId xmlns:p14="http://schemas.microsoft.com/office/powerpoint/2010/main" val="250297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view of attention in sequence to sequence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9400"/>
            </a:lvl1pPr>
          </a:lstStyle>
          <a:p>
            <a:r>
              <a:t>Review of attention in sequence to sequence models</a:t>
            </a:r>
          </a:p>
        </p:txBody>
      </p:sp>
      <p:sp>
        <p:nvSpPr>
          <p:cNvPr id="1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Attentive machine translation 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Attentive machine translation summary</a:t>
            </a:r>
          </a:p>
        </p:txBody>
      </p:sp>
      <p:sp>
        <p:nvSpPr>
          <p:cNvPr id="1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17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909" y="3546345"/>
            <a:ext cx="16192560" cy="8389145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(slide credit: Peter Anderson)"/>
          <p:cNvSpPr txBox="1"/>
          <p:nvPr/>
        </p:nvSpPr>
        <p:spPr>
          <a:xfrm>
            <a:off x="18442121" y="12828523"/>
            <a:ext cx="5386350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>
                <a:solidFill>
                  <a:srgbClr val="5E5E5E"/>
                </a:solidFill>
              </a:defRPr>
            </a:lvl1pPr>
          </a:lstStyle>
          <a:p>
            <a:r>
              <a:t>(slide credit: Peter Anderson)</a:t>
            </a:r>
          </a:p>
        </p:txBody>
      </p:sp>
      <p:pic>
        <p:nvPicPr>
          <p:cNvPr id="17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632" y="3882294"/>
            <a:ext cx="8146260" cy="43432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Attentive machine translation 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Attentive machine translation summary</a:t>
            </a:r>
          </a:p>
        </p:txBody>
      </p:sp>
      <p:sp>
        <p:nvSpPr>
          <p:cNvPr id="1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1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909" y="3546345"/>
            <a:ext cx="16192560" cy="8389145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(slide credit: Peter Anderson)"/>
          <p:cNvSpPr txBox="1"/>
          <p:nvPr/>
        </p:nvSpPr>
        <p:spPr>
          <a:xfrm>
            <a:off x="18442121" y="12828523"/>
            <a:ext cx="5386350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>
                <a:solidFill>
                  <a:srgbClr val="5E5E5E"/>
                </a:solidFill>
              </a:defRPr>
            </a:lvl1pPr>
          </a:lstStyle>
          <a:p>
            <a:r>
              <a:t>(slide credit: Peter Anderson)</a:t>
            </a:r>
          </a:p>
        </p:txBody>
      </p:sp>
      <p:grpSp>
        <p:nvGrpSpPr>
          <p:cNvPr id="186" name="Group"/>
          <p:cNvGrpSpPr/>
          <p:nvPr/>
        </p:nvGrpSpPr>
        <p:grpSpPr>
          <a:xfrm>
            <a:off x="4336676" y="3799485"/>
            <a:ext cx="9976646" cy="4976483"/>
            <a:chOff x="0" y="0"/>
            <a:chExt cx="9976644" cy="4976481"/>
          </a:xfrm>
        </p:grpSpPr>
        <p:pic>
          <p:nvPicPr>
            <p:cNvPr id="184" name="Image" descr="Image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8661195" cy="49764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5" name="Line"/>
            <p:cNvSpPr/>
            <p:nvPr/>
          </p:nvSpPr>
          <p:spPr>
            <a:xfrm>
              <a:off x="8539695" y="3323083"/>
              <a:ext cx="1436950" cy="126209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87" name="Rectangle"/>
          <p:cNvSpPr/>
          <p:nvPr/>
        </p:nvSpPr>
        <p:spPr>
          <a:xfrm>
            <a:off x="4005825" y="3548625"/>
            <a:ext cx="9165151" cy="39729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190" name="Group 21"/>
          <p:cNvGrpSpPr/>
          <p:nvPr/>
        </p:nvGrpSpPr>
        <p:grpSpPr>
          <a:xfrm>
            <a:off x="4429231" y="3526125"/>
            <a:ext cx="8711629" cy="4428550"/>
            <a:chOff x="0" y="0"/>
            <a:chExt cx="8711628" cy="44285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8" name="Rectangle 8"/>
                <p:cNvSpPr/>
                <p:nvPr/>
              </p:nvSpPr>
              <p:spPr>
                <a:xfrm>
                  <a:off x="95247" y="0"/>
                  <a:ext cx="8616382" cy="4428550"/>
                </a:xfrm>
                <a:prstGeom prst="rect">
                  <a:avLst/>
                </a:prstGeom>
                <a:solidFill>
                  <a:srgbClr val="7030A0">
                    <a:alpha val="25000"/>
                  </a:srgbClr>
                </a:solidFill>
                <a:ln w="76200" cap="flat">
                  <a:solidFill>
                    <a:srgbClr val="000000"/>
                  </a:solidFill>
                  <a:prstDash val="solid"/>
                  <a:round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 defTabSz="1828800">
                    <a:defRPr sz="56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r>
                    <a:t>Attention function,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</p:txBody>
            </p:sp>
          </mc:Choice>
          <mc:Fallback>
            <p:sp>
              <p:nvSpPr>
                <p:cNvPr id="188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47" y="0"/>
                  <a:ext cx="8616382" cy="4428550"/>
                </a:xfrm>
                <a:prstGeom prst="rect">
                  <a:avLst/>
                </a:prstGeom>
                <a:blipFill>
                  <a:blip r:embed="rId4"/>
                  <a:stretch>
                    <a:fillRect t="-1892"/>
                  </a:stretch>
                </a:blipFill>
                <a:ln w="76200" cap="flat">
                  <a:solidFill>
                    <a:srgbClr val="000000"/>
                  </a:solidFill>
                  <a:prstDash val="solid"/>
                  <a:round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9" name="Rectangle 9"/>
                <p:cNvSpPr txBox="1"/>
                <p:nvPr/>
              </p:nvSpPr>
              <p:spPr>
                <a:xfrm>
                  <a:off x="0" y="1042841"/>
                  <a:ext cx="8461817" cy="27337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 defTabSz="1828800">
                    <a:defRPr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sz="4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650" i="1">
                          <a:solidFill>
                            <a:srgbClr val="2F5496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>
                      <a:solidFill>
                        <a:srgbClr val="2F5597"/>
                      </a:solidFill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65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sz="46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650">
                              <a:solidFill>
                                <a:srgbClr val="007F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007F3B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7F3B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>
                      <a:solidFill>
                        <a:srgbClr val="2F5597"/>
                      </a:solidFill>
                    </a:rPr>
                    <a:t>)</a:t>
                  </a:r>
                </a:p>
                <a:p>
                  <a:pPr defTabSz="1828800">
                    <a:defRPr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softmax</m:t>
                        </m:r>
                        <m:d>
                          <m:dPr>
                            <m:ctrlPr>
                              <a:rPr sz="4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4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</m:d>
                      </m:oMath>
                    </m:oMathPara>
                  </a14:m>
                  <a:endParaRPr baseline="-18090">
                    <a:latin typeface="Helvetica"/>
                    <a:ea typeface="Helvetica"/>
                    <a:cs typeface="Helvetica"/>
                    <a:sym typeface="Helvetica"/>
                  </a:endParaRPr>
                </a:p>
                <a:p>
                  <a:pPr defTabSz="1828800">
                    <a:defRPr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limUpp>
                        <m:limUppPr>
                          <m:ctrlPr>
                            <a:rPr sz="4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lim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^</m:t>
                          </m:r>
                        </m:lim>
                      </m:limUpp>
                    </m:oMath>
                  </a14:m>
                  <a:r>
                    <a:rPr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t>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sz="4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sz="4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65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sz="46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mc:Choice>
          <mc:Fallback>
            <p:sp>
              <p:nvSpPr>
                <p:cNvPr id="189" name="Rectangle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042841"/>
                  <a:ext cx="8461817" cy="2733700"/>
                </a:xfrm>
                <a:prstGeom prst="rect">
                  <a:avLst/>
                </a:prstGeom>
                <a:blipFill>
                  <a:blip r:embed="rId5"/>
                  <a:stretch>
                    <a:fillRect t="-2232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CB32173-E690-6811-FCAF-97C294BB793F}"/>
                  </a:ext>
                </a:extLst>
              </p14:cNvPr>
              <p14:cNvContentPartPr/>
              <p14:nvPr/>
            </p14:nvContentPartPr>
            <p14:xfrm>
              <a:off x="13233500" y="7324160"/>
              <a:ext cx="603360" cy="613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CB32173-E690-6811-FCAF-97C294BB79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224860" y="7315160"/>
                <a:ext cx="621000" cy="63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" grpId="0" animBg="1" advAuto="0"/>
      <p:bldP spid="187" grpId="0" animBg="1" advAuto="0"/>
      <p:bldP spid="190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ummary of attention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Summary of attention</a:t>
            </a:r>
          </a:p>
        </p:txBody>
      </p:sp>
      <p:sp>
        <p:nvSpPr>
          <p:cNvPr id="1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94" name="TextBox 4"/>
          <p:cNvSpPr txBox="1"/>
          <p:nvPr/>
        </p:nvSpPr>
        <p:spPr>
          <a:xfrm>
            <a:off x="17624246" y="7448460"/>
            <a:ext cx="3178877" cy="797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4800">
                <a:solidFill>
                  <a:srgbClr val="767171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(or values)</a:t>
            </a:r>
          </a:p>
        </p:txBody>
      </p:sp>
      <p:sp>
        <p:nvSpPr>
          <p:cNvPr id="195" name="TextBox 5"/>
          <p:cNvSpPr txBox="1"/>
          <p:nvPr/>
        </p:nvSpPr>
        <p:spPr>
          <a:xfrm>
            <a:off x="11728736" y="5812919"/>
            <a:ext cx="6169153" cy="79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4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Final attention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6"/>
              <p:cNvSpPr txBox="1"/>
              <p:nvPr/>
            </p:nvSpPr>
            <p:spPr>
              <a:xfrm>
                <a:off x="11728734" y="4776737"/>
                <a:ext cx="8616555" cy="8686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tIns="91439" bIns="91439">
                <a:spAutoFit/>
              </a:bodyPr>
              <a:lstStyle/>
              <a:p>
                <a:pPr algn="l" defTabSz="1828800">
                  <a:lnSpc>
                    <a:spcPct val="50000"/>
                  </a:lnSpc>
                  <a:defRPr sz="4800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Attention weights: </a:t>
                </a:r>
                <a14:m>
                  <m:oMath xmlns:m="http://schemas.openxmlformats.org/officeDocument/2006/math">
                    <m:r>
                      <a:rPr sz="4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t> </a:t>
                </a:r>
                <a:r>
                  <a:rPr>
                    <a:solidFill>
                      <a:srgbClr val="767171"/>
                    </a:solidFill>
                  </a:rPr>
                  <a:t>(normalized) </a:t>
                </a:r>
                <a:endParaRPr sz="4400"/>
              </a:p>
            </p:txBody>
          </p:sp>
        </mc:Choice>
        <mc:Fallback>
          <p:sp>
            <p:nvSpPr>
              <p:cNvPr id="196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8734" y="4776737"/>
                <a:ext cx="8616555" cy="868681"/>
              </a:xfrm>
              <a:prstGeom prst="rect">
                <a:avLst/>
              </a:prstGeom>
              <a:blipFill>
                <a:blip r:embed="rId2"/>
                <a:stretch>
                  <a:fillRect l="-3185" t="-45070" r="-4742" b="-352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TextBox 7"/>
          <p:cNvSpPr txBox="1"/>
          <p:nvPr/>
        </p:nvSpPr>
        <p:spPr>
          <a:xfrm>
            <a:off x="12306016" y="6788347"/>
            <a:ext cx="9614112" cy="79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 algn="l" defTabSz="1828800">
              <a:defRPr sz="4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Weighted sum of context features</a:t>
            </a:r>
          </a:p>
        </p:txBody>
      </p:sp>
      <p:grpSp>
        <p:nvGrpSpPr>
          <p:cNvPr id="200" name="Group 21"/>
          <p:cNvGrpSpPr/>
          <p:nvPr/>
        </p:nvGrpSpPr>
        <p:grpSpPr>
          <a:xfrm>
            <a:off x="1861757" y="2996802"/>
            <a:ext cx="8711629" cy="4428551"/>
            <a:chOff x="0" y="0"/>
            <a:chExt cx="8711628" cy="44285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Rectangle 8"/>
                <p:cNvSpPr/>
                <p:nvPr/>
              </p:nvSpPr>
              <p:spPr>
                <a:xfrm>
                  <a:off x="95247" y="0"/>
                  <a:ext cx="8616382" cy="4428550"/>
                </a:xfrm>
                <a:prstGeom prst="rect">
                  <a:avLst/>
                </a:prstGeom>
                <a:solidFill>
                  <a:srgbClr val="7030A0">
                    <a:alpha val="25000"/>
                  </a:srgbClr>
                </a:solidFill>
                <a:ln w="76200" cap="flat">
                  <a:solidFill>
                    <a:srgbClr val="000000"/>
                  </a:solidFill>
                  <a:prstDash val="solid"/>
                  <a:round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 defTabSz="1828800">
                    <a:defRPr sz="56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r>
                    <a:t>Attention function,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</p:txBody>
            </p:sp>
          </mc:Choice>
          <mc:Fallback>
            <p:sp>
              <p:nvSpPr>
                <p:cNvPr id="198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47" y="0"/>
                  <a:ext cx="8616382" cy="4428550"/>
                </a:xfrm>
                <a:prstGeom prst="rect">
                  <a:avLst/>
                </a:prstGeom>
                <a:blipFill>
                  <a:blip r:embed="rId3"/>
                  <a:stretch>
                    <a:fillRect t="-2030"/>
                  </a:stretch>
                </a:blipFill>
                <a:ln w="76200" cap="flat">
                  <a:solidFill>
                    <a:srgbClr val="000000"/>
                  </a:solidFill>
                  <a:prstDash val="solid"/>
                  <a:round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9" name="Rectangle 9"/>
                <p:cNvSpPr txBox="1"/>
                <p:nvPr/>
              </p:nvSpPr>
              <p:spPr>
                <a:xfrm>
                  <a:off x="0" y="1042841"/>
                  <a:ext cx="8461817" cy="27337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 defTabSz="1828800">
                    <a:defRPr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sz="4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4650" i="1">
                          <a:solidFill>
                            <a:srgbClr val="2F5496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>
                      <a:solidFill>
                        <a:srgbClr val="2F5597"/>
                      </a:solidFill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65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sz="46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t>, </a:t>
                  </a:r>
                  <a14:m>
                    <m:oMath xmlns:m="http://schemas.openxmlformats.org/officeDocument/2006/math">
                      <m:r>
                        <a:rPr sz="465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a14:m>
                  <a:r>
                    <a:rPr>
                      <a:solidFill>
                        <a:srgbClr val="2F5597"/>
                      </a:solidFill>
                    </a:rPr>
                    <a:t>)</a:t>
                  </a:r>
                </a:p>
                <a:p>
                  <a:pPr defTabSz="1828800">
                    <a:defRPr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softmax</m:t>
                        </m:r>
                        <m:d>
                          <m:dPr>
                            <m:ctrlPr>
                              <a:rPr sz="4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4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</m:d>
                      </m:oMath>
                    </m:oMathPara>
                  </a14:m>
                  <a:endParaRPr baseline="-18090">
                    <a:latin typeface="Helvetica"/>
                    <a:ea typeface="Helvetica"/>
                    <a:cs typeface="Helvetica"/>
                    <a:sym typeface="Helvetica"/>
                  </a:endParaRPr>
                </a:p>
                <a:p>
                  <a:pPr defTabSz="1828800">
                    <a:defRPr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limUpp>
                        <m:limUppPr>
                          <m:ctrlPr>
                            <a:rPr sz="46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lim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^</m:t>
                          </m:r>
                        </m:lim>
                      </m:limUpp>
                    </m:oMath>
                  </a14:m>
                  <a:r>
                    <a:rPr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sz="46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t>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4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sz="4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sz="4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65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6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sz="46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mc:Choice>
          <mc:Fallback>
            <p:sp>
              <p:nvSpPr>
                <p:cNvPr id="199" name="Rectangle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042841"/>
                  <a:ext cx="8461817" cy="2733700"/>
                </a:xfrm>
                <a:prstGeom prst="rect">
                  <a:avLst/>
                </a:prstGeom>
                <a:blipFill>
                  <a:blip r:embed="rId4"/>
                  <a:stretch>
                    <a:fillRect t="-2232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extBox 10"/>
              <p:cNvSpPr txBox="1"/>
              <p:nvPr/>
            </p:nvSpPr>
            <p:spPr>
              <a:xfrm>
                <a:off x="1657157" y="9746323"/>
                <a:ext cx="8799435" cy="2400655"/>
              </a:xfrm>
              <a:prstGeom prst="rect">
                <a:avLst/>
              </a:prstGeom>
              <a:ln w="50800">
                <a:solidFill>
                  <a:srgbClr val="767171"/>
                </a:solidFill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tIns="91439" bIns="91439">
                <a:spAutoFit/>
              </a:bodyPr>
              <a:lstStyle/>
              <a:p>
                <a:pPr algn="l" defTabSz="1828800">
                  <a:defRPr sz="4800" b="1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rPr dirty="0"/>
                  <a:t>Attention score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6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sz="4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sz="4650" i="1">
                        <a:solidFill>
                          <a:srgbClr val="2F5496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b="0" dirty="0">
                    <a:solidFill>
                      <a:srgbClr val="2F5597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65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sz="46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b="0" dirty="0">
                    <a:latin typeface="Cambria Math"/>
                    <a:ea typeface="Cambria Math"/>
                    <a:cs typeface="Cambria Math"/>
                    <a:sym typeface="Cambria Math"/>
                  </a:rPr>
                  <a:t>, </a:t>
                </a:r>
                <a14:m>
                  <m:oMath xmlns:m="http://schemas.openxmlformats.org/officeDocument/2006/math">
                    <m:r>
                      <a:rPr sz="4650" i="1">
                        <a:solidFill>
                          <a:srgbClr val="007F3B"/>
                        </a:solidFill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b="0" dirty="0">
                    <a:solidFill>
                      <a:srgbClr val="2F5597"/>
                    </a:solidFill>
                    <a:latin typeface="Cambria Math"/>
                    <a:ea typeface="Cambria Math"/>
                    <a:cs typeface="Cambria Math"/>
                    <a:sym typeface="Cambria Math"/>
                  </a:rPr>
                  <a:t>)</a:t>
                </a:r>
                <a:r>
                  <a:rPr b="0" dirty="0"/>
                  <a:t> </a:t>
                </a:r>
              </a:p>
              <a:p>
                <a:pPr algn="l" defTabSz="1828800">
                  <a:defRPr sz="4800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rPr dirty="0"/>
                  <a:t>how well does the attention candidate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65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sz="46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dirty="0"/>
                  <a:t> match the </a:t>
                </a:r>
                <a:r>
                  <a:rPr dirty="0">
                    <a:highlight>
                      <a:srgbClr val="FFFF00"/>
                    </a:highlight>
                  </a:rPr>
                  <a:t>query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sz="4650" i="1">
                        <a:solidFill>
                          <a:srgbClr val="007F3B"/>
                        </a:solidFill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dirty="0"/>
                  <a:t> </a:t>
                </a:r>
                <a:endParaRPr sz="4400" dirty="0"/>
              </a:p>
            </p:txBody>
          </p:sp>
        </mc:Choice>
        <mc:Fallback>
          <p:sp>
            <p:nvSpPr>
              <p:cNvPr id="20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157" y="9746323"/>
                <a:ext cx="8799435" cy="2400655"/>
              </a:xfrm>
              <a:prstGeom prst="rect">
                <a:avLst/>
              </a:prstGeom>
              <a:blipFill>
                <a:blip r:embed="rId5"/>
                <a:stretch>
                  <a:fillRect l="-2895" t="-3731" b="-9453"/>
                </a:stretch>
              </a:blipFill>
              <a:ln w="50800">
                <a:solidFill>
                  <a:srgbClr val="767171"/>
                </a:solidFill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5" name="Group 20"/>
          <p:cNvGrpSpPr/>
          <p:nvPr/>
        </p:nvGrpSpPr>
        <p:grpSpPr>
          <a:xfrm>
            <a:off x="10720564" y="8359181"/>
            <a:ext cx="12923006" cy="5386906"/>
            <a:chOff x="0" y="0"/>
            <a:chExt cx="12923004" cy="5386904"/>
          </a:xfrm>
        </p:grpSpPr>
        <p:sp>
          <p:nvSpPr>
            <p:cNvPr id="202" name="Content Placeholder 2"/>
            <p:cNvSpPr txBox="1"/>
            <p:nvPr/>
          </p:nvSpPr>
          <p:spPr>
            <a:xfrm>
              <a:off x="0" y="0"/>
              <a:ext cx="12923005" cy="538690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normAutofit/>
            </a:bodyPr>
            <a:lstStyle/>
            <a:p>
              <a:pPr marL="457200" indent="-457200" algn="l" defTabSz="1828800">
                <a:spcBef>
                  <a:spcPts val="2000"/>
                </a:spcBef>
                <a:buSzPct val="100000"/>
                <a:buFont typeface="Arial"/>
                <a:buChar char="•"/>
                <a:defRPr sz="5600"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t>Dot-product attention</a:t>
              </a:r>
              <a:r>
                <a:rPr>
                  <a:latin typeface="Avenir Book"/>
                  <a:ea typeface="Avenir Book"/>
                  <a:cs typeface="Avenir Book"/>
                  <a:sym typeface="Avenir Book"/>
                </a:rPr>
                <a:t>:</a:t>
              </a:r>
              <a:br>
                <a:rPr>
                  <a:latin typeface="Avenir Book"/>
                  <a:ea typeface="Avenir Book"/>
                  <a:cs typeface="Avenir Book"/>
                  <a:sym typeface="Avenir Book"/>
                </a:rPr>
              </a:br>
              <a:r>
                <a:rPr>
                  <a:latin typeface="Avenir Book"/>
                  <a:ea typeface="Avenir Book"/>
                  <a:cs typeface="Avenir Book"/>
                  <a:sym typeface="Avenir Book"/>
                </a:rPr>
                <a:t>                     </a:t>
              </a:r>
            </a:p>
            <a:p>
              <a:pPr marL="457200" indent="-457200" algn="l" defTabSz="1828800">
                <a:spcBef>
                  <a:spcPts val="2000"/>
                </a:spcBef>
                <a:buSzPct val="100000"/>
                <a:buFont typeface="Arial"/>
                <a:buChar char="•"/>
                <a:defRPr sz="5600"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t>Neural network</a:t>
              </a:r>
              <a:r>
                <a:rPr>
                  <a:latin typeface="Avenir Book"/>
                  <a:ea typeface="Avenir Book"/>
                  <a:cs typeface="Avenir Book"/>
                  <a:sym typeface="Avenir Book"/>
                </a:rPr>
                <a:t>                   </a:t>
              </a:r>
              <a:br>
                <a:rPr>
                  <a:latin typeface="Avenir Book"/>
                  <a:ea typeface="Avenir Book"/>
                  <a:cs typeface="Avenir Book"/>
                  <a:sym typeface="Avenir Book"/>
                </a:rPr>
              </a:br>
              <a:endParaRPr>
                <a:latin typeface="Avenir Book"/>
                <a:ea typeface="Avenir Book"/>
                <a:cs typeface="Avenir Book"/>
                <a:sym typeface="Avenir Book"/>
              </a:endParaRPr>
            </a:p>
          </p:txBody>
        </p:sp>
        <p:pic>
          <p:nvPicPr>
            <p:cNvPr id="203" name="Picture 17" descr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8323" y="3189715"/>
              <a:ext cx="11566362" cy="9543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4" name="Picture 18" descr="Picture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0001" y="906117"/>
              <a:ext cx="5907742" cy="11126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4"/>
              <p:cNvSpPr txBox="1"/>
              <p:nvPr/>
            </p:nvSpPr>
            <p:spPr>
              <a:xfrm>
                <a:off x="11728734" y="3753744"/>
                <a:ext cx="9124053" cy="8686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tIns="91439" bIns="91439">
                <a:spAutoFit/>
              </a:bodyPr>
              <a:lstStyle/>
              <a:p>
                <a:pPr algn="l" defTabSz="1828800">
                  <a:lnSpc>
                    <a:spcPct val="50000"/>
                  </a:lnSpc>
                  <a:defRPr sz="4800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Attention scores:</a:t>
                </a:r>
                <a14:m>
                  <m:oMath xmlns:m="http://schemas.openxmlformats.org/officeDocument/2006/math">
                    <m:r>
                      <a:rPr sz="4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sz="46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t> </a:t>
                </a:r>
                <a:r>
                  <a:rPr>
                    <a:solidFill>
                      <a:srgbClr val="767171"/>
                    </a:solidFill>
                  </a:rPr>
                  <a:t>(unnormalized)</a:t>
                </a:r>
                <a:endParaRPr sz="4400"/>
              </a:p>
            </p:txBody>
          </p:sp>
        </mc:Choice>
        <mc:Fallback>
          <p:sp>
            <p:nvSpPr>
              <p:cNvPr id="206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8734" y="3753744"/>
                <a:ext cx="9124053" cy="868681"/>
              </a:xfrm>
              <a:prstGeom prst="rect">
                <a:avLst/>
              </a:prstGeom>
              <a:blipFill>
                <a:blip r:embed="rId8"/>
                <a:stretch>
                  <a:fillRect l="-3006" t="-45070" b="-352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 animBg="1" advAuto="0"/>
      <p:bldP spid="195" grpId="0" animBg="1" advAuto="0"/>
      <p:bldP spid="196" grpId="0" animBg="1" advAuto="0"/>
      <p:bldP spid="197" grpId="0" animBg="1" advAuto="0"/>
      <p:bldP spid="201" grpId="0" animBg="1" advAuto="0"/>
      <p:bldP spid="205" grpId="0" animBg="1" advAuto="0"/>
      <p:bldP spid="206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Motivation of attention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2156653"/>
          </a:xfrm>
          <a:prstGeom prst="rect">
            <a:avLst/>
          </a:prstGeom>
        </p:spPr>
        <p:txBody>
          <a:bodyPr/>
          <a:lstStyle/>
          <a:p>
            <a:r>
              <a:t>Motivation of attention</a:t>
            </a:r>
          </a:p>
        </p:txBody>
      </p:sp>
      <p:sp>
        <p:nvSpPr>
          <p:cNvPr id="218" name="How much does this attention candidate match the query vector?…"/>
          <p:cNvSpPr txBox="1">
            <a:spLocks noGrp="1"/>
          </p:cNvSpPr>
          <p:nvPr>
            <p:ph type="body" sz="half" idx="1"/>
          </p:nvPr>
        </p:nvSpPr>
        <p:spPr>
          <a:xfrm>
            <a:off x="3607203" y="1234779"/>
            <a:ext cx="19035273" cy="4635501"/>
          </a:xfrm>
          <a:prstGeom prst="rect">
            <a:avLst/>
          </a:prstGeom>
        </p:spPr>
        <p:txBody>
          <a:bodyPr/>
          <a:lstStyle/>
          <a:p>
            <a:r>
              <a:t>How much does this attention candidate match the query vector?</a:t>
            </a:r>
          </a:p>
          <a:p>
            <a:r>
              <a:t>Motivated by biological attention and alignment in machine translation</a:t>
            </a:r>
          </a:p>
        </p:txBody>
      </p:sp>
      <p:sp>
        <p:nvSpPr>
          <p:cNvPr id="2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22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10" y="5248333"/>
            <a:ext cx="8211569" cy="7887429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he"/>
          <p:cNvSpPr/>
          <p:nvPr/>
        </p:nvSpPr>
        <p:spPr>
          <a:xfrm>
            <a:off x="10571199" y="11731556"/>
            <a:ext cx="1083238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the</a:t>
            </a:r>
          </a:p>
        </p:txBody>
      </p:sp>
      <p:sp>
        <p:nvSpPr>
          <p:cNvPr id="222" name="agreement"/>
          <p:cNvSpPr/>
          <p:nvPr/>
        </p:nvSpPr>
        <p:spPr>
          <a:xfrm>
            <a:off x="11967184" y="11731556"/>
            <a:ext cx="2315310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agreement</a:t>
            </a:r>
          </a:p>
        </p:txBody>
      </p:sp>
      <p:sp>
        <p:nvSpPr>
          <p:cNvPr id="223" name="on"/>
          <p:cNvSpPr/>
          <p:nvPr/>
        </p:nvSpPr>
        <p:spPr>
          <a:xfrm>
            <a:off x="14426779" y="11731556"/>
            <a:ext cx="1990668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on</a:t>
            </a:r>
          </a:p>
        </p:txBody>
      </p:sp>
      <p:sp>
        <p:nvSpPr>
          <p:cNvPr id="224" name="the"/>
          <p:cNvSpPr/>
          <p:nvPr/>
        </p:nvSpPr>
        <p:spPr>
          <a:xfrm>
            <a:off x="16701289" y="11731556"/>
            <a:ext cx="1990667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the</a:t>
            </a:r>
          </a:p>
        </p:txBody>
      </p:sp>
      <p:sp>
        <p:nvSpPr>
          <p:cNvPr id="225" name="get a representation that is a weighted sum over the attention candidates based on a query vector"/>
          <p:cNvSpPr txBox="1"/>
          <p:nvPr/>
        </p:nvSpPr>
        <p:spPr>
          <a:xfrm>
            <a:off x="9510028" y="5610093"/>
            <a:ext cx="12830753" cy="1382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algn="l" defTabSz="714732">
              <a:lnSpc>
                <a:spcPct val="120000"/>
              </a:lnSpc>
              <a:spcBef>
                <a:spcPts val="3600"/>
              </a:spcBef>
              <a:defRPr sz="3828"/>
            </a:lvl1pPr>
          </a:lstStyle>
          <a:p>
            <a:r>
              <a:t>get a representation that is a weighted sum over the attention candidates based on a query vector</a:t>
            </a:r>
          </a:p>
        </p:txBody>
      </p:sp>
      <p:pic>
        <p:nvPicPr>
          <p:cNvPr id="22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0061" y="7361241"/>
            <a:ext cx="5024980" cy="36616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Attention is a general deep learning technique"/>
          <p:cNvSpPr txBox="1">
            <a:spLocks noGrp="1"/>
          </p:cNvSpPr>
          <p:nvPr>
            <p:ph type="title"/>
          </p:nvPr>
        </p:nvSpPr>
        <p:spPr>
          <a:xfrm>
            <a:off x="2973092" y="357187"/>
            <a:ext cx="18437816" cy="2179011"/>
          </a:xfrm>
          <a:prstGeom prst="rect">
            <a:avLst/>
          </a:prstGeom>
        </p:spPr>
        <p:txBody>
          <a:bodyPr/>
          <a:lstStyle/>
          <a:p>
            <a:r>
              <a:t>Attention is a </a:t>
            </a:r>
            <a:r>
              <a:rPr i="1"/>
              <a:t>general</a:t>
            </a:r>
            <a:r>
              <a:t> deep learning technique</a:t>
            </a:r>
          </a:p>
        </p:txBody>
      </p:sp>
      <p:sp>
        <p:nvSpPr>
          <p:cNvPr id="229" name="Given a set of value vectors and a query vector, attention is a way to compute a weighted sum of the values dependent on the query.…"/>
          <p:cNvSpPr txBox="1">
            <a:spLocks noGrp="1"/>
          </p:cNvSpPr>
          <p:nvPr>
            <p:ph type="body" idx="1"/>
          </p:nvPr>
        </p:nvSpPr>
        <p:spPr>
          <a:xfrm>
            <a:off x="2315496" y="2835768"/>
            <a:ext cx="20797768" cy="9591036"/>
          </a:xfrm>
          <a:prstGeom prst="rect">
            <a:avLst/>
          </a:prstGeom>
        </p:spPr>
        <p:txBody>
          <a:bodyPr/>
          <a:lstStyle/>
          <a:p>
            <a:pPr lvl="1"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Given a set of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</a:t>
            </a:r>
            <a:r>
              <a:rPr dirty="0"/>
              <a:t> vectors and a 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/>
              <a:t> vector, </a:t>
            </a:r>
            <a:r>
              <a:rPr b="1" dirty="0"/>
              <a:t>attention</a:t>
            </a:r>
            <a:r>
              <a:rPr dirty="0"/>
              <a:t> is a way to compute a </a:t>
            </a:r>
            <a:r>
              <a:rPr b="1" dirty="0"/>
              <a:t>weighted sum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/>
              <a:t>of the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/>
              <a:t>dependent on the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/>
              <a:t>.</a:t>
            </a:r>
          </a:p>
          <a:p>
            <a:pPr lvl="2">
              <a:lnSpc>
                <a:spcPct val="100000"/>
              </a:lnSpc>
              <a:spcBef>
                <a:spcPts val="3000"/>
              </a:spcBef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The 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/>
              <a:t> determines what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/>
              <a:t> to focus on, </a:t>
            </a:r>
          </a:p>
          <a:p>
            <a:pPr lvl="3">
              <a:lnSpc>
                <a:spcPct val="100000"/>
              </a:lnSpc>
              <a:spcBef>
                <a:spcPts val="3000"/>
              </a:spcBef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We say: the 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/>
              <a:t> “</a:t>
            </a:r>
            <a:r>
              <a:rPr i="1" dirty="0"/>
              <a:t>attends</a:t>
            </a:r>
            <a:r>
              <a:rPr dirty="0"/>
              <a:t>” to the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/>
              <a:t> </a:t>
            </a:r>
          </a:p>
          <a:p>
            <a:pPr lvl="2">
              <a:lnSpc>
                <a:spcPct val="100000"/>
              </a:lnSpc>
              <a:spcBef>
                <a:spcPts val="3000"/>
              </a:spcBef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In NMT, each decoder hidden state (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/>
              <a:t>) attends to all the encoder hidden state (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/>
              <a:t>)</a:t>
            </a:r>
          </a:p>
          <a:p>
            <a:pPr lvl="1">
              <a:spcBef>
                <a:spcPts val="6000"/>
              </a:spcBef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A more general form: use a set of </a:t>
            </a:r>
            <a:r>
              <a:rPr dirty="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keys</a:t>
            </a:r>
            <a:r>
              <a:rPr dirty="0"/>
              <a:t> and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</a:p>
          <a:p>
            <a:pPr marL="1389062" lvl="2" indent="-500062">
              <a:spcBef>
                <a:spcPts val="2200"/>
              </a:spcBef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The </a:t>
            </a:r>
            <a:r>
              <a:rPr dirty="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keys</a:t>
            </a:r>
            <a:r>
              <a:rPr dirty="0"/>
              <a:t> are used to compute the </a:t>
            </a:r>
            <a:r>
              <a:rPr b="1" dirty="0"/>
              <a:t>attention scores</a:t>
            </a:r>
          </a:p>
          <a:p>
            <a:pPr marL="1389062" lvl="2" indent="-500062">
              <a:lnSpc>
                <a:spcPct val="100000"/>
              </a:lnSpc>
              <a:spcBef>
                <a:spcPts val="2200"/>
              </a:spcBef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The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/>
              <a:t> are used to compute the </a:t>
            </a:r>
            <a:r>
              <a:rPr b="1" dirty="0"/>
              <a:t>output vector</a:t>
            </a:r>
          </a:p>
        </p:txBody>
      </p:sp>
      <p:sp>
        <p:nvSpPr>
          <p:cNvPr id="2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A5A01-DBDE-CFA3-3181-9E6A65FEB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720" y="1944656"/>
            <a:ext cx="1031980" cy="14826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8F7359-EFDE-338A-9421-F1D82D7F8A64}"/>
              </a:ext>
            </a:extLst>
          </p:cNvPr>
          <p:cNvSpPr txBox="1"/>
          <p:nvPr/>
        </p:nvSpPr>
        <p:spPr>
          <a:xfrm>
            <a:off x="13835131" y="2233392"/>
            <a:ext cx="1463541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 P4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39776-DA50-F32C-400A-7D72175A53B2}"/>
              </a:ext>
            </a:extLst>
          </p:cNvPr>
          <p:cNvSpPr txBox="1"/>
          <p:nvPr/>
        </p:nvSpPr>
        <p:spPr>
          <a:xfrm>
            <a:off x="8475731" y="2125509"/>
            <a:ext cx="1463541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 P4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FDCF91-FCEB-1F67-DF13-C7F58520A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849" y="1873207"/>
            <a:ext cx="3149882" cy="13259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A661D6-B6E0-58AA-D20E-E501A03EE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2809" y="9510476"/>
            <a:ext cx="2019582" cy="33818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3520D85-D1C8-1290-5CF8-D702CC59A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5303" y="10880232"/>
            <a:ext cx="4352471" cy="80652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609363B-7518-0DB7-7259-5A45442DA58F}"/>
              </a:ext>
            </a:extLst>
          </p:cNvPr>
          <p:cNvGrpSpPr/>
          <p:nvPr/>
        </p:nvGrpSpPr>
        <p:grpSpPr>
          <a:xfrm>
            <a:off x="6695175" y="8477220"/>
            <a:ext cx="8174160" cy="951120"/>
            <a:chOff x="6695175" y="8477220"/>
            <a:chExt cx="8174160" cy="95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9290B0-7177-B70F-A7EB-F7878566499C}"/>
                    </a:ext>
                  </a:extLst>
                </p14:cNvPr>
                <p14:cNvContentPartPr/>
                <p14:nvPr/>
              </p14:nvContentPartPr>
              <p14:xfrm>
                <a:off x="6695175" y="8477220"/>
                <a:ext cx="6926400" cy="951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9290B0-7177-B70F-A7EB-F7878566499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86535" y="8468220"/>
                  <a:ext cx="6944040" cy="9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FC242F-19D7-387B-3E8D-B36BBDB9B1F3}"/>
                    </a:ext>
                  </a:extLst>
                </p14:cNvPr>
                <p14:cNvContentPartPr/>
                <p14:nvPr/>
              </p14:nvContentPartPr>
              <p14:xfrm>
                <a:off x="13620495" y="8898420"/>
                <a:ext cx="1248840" cy="52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FC242F-19D7-387B-3E8D-B36BBDB9B1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611855" y="8889780"/>
                  <a:ext cx="126648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6657AE5-64C7-CEA9-FE8F-D0C4BFD79AC4}"/>
                    </a:ext>
                  </a:extLst>
                </p14:cNvPr>
                <p14:cNvContentPartPr/>
                <p14:nvPr/>
              </p14:nvContentPartPr>
              <p14:xfrm>
                <a:off x="11182215" y="8534100"/>
                <a:ext cx="232560" cy="240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6657AE5-64C7-CEA9-FE8F-D0C4BFD79A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173215" y="8525460"/>
                  <a:ext cx="25020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713B3A5-CAEE-9634-692B-1FA62461FF47}"/>
                  </a:ext>
                </a:extLst>
              </p14:cNvPr>
              <p14:cNvContentPartPr/>
              <p14:nvPr/>
            </p14:nvContentPartPr>
            <p14:xfrm>
              <a:off x="12639495" y="9272820"/>
              <a:ext cx="228960" cy="1306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713B3A5-CAEE-9634-692B-1FA62461FF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630495" y="9263820"/>
                <a:ext cx="2466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E276ABC-51C5-413E-E9C5-C6BC7D907096}"/>
                  </a:ext>
                </a:extLst>
              </p14:cNvPr>
              <p14:cNvContentPartPr/>
              <p14:nvPr/>
            </p14:nvContentPartPr>
            <p14:xfrm>
              <a:off x="14773215" y="9291900"/>
              <a:ext cx="248400" cy="135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E276ABC-51C5-413E-E9C5-C6BC7D9070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764215" y="9282900"/>
                <a:ext cx="266040" cy="15336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B69D89A8-7F6D-5850-062C-F339BC1A7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2718" y="8034710"/>
            <a:ext cx="3149882" cy="132598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" grpId="0" build="p" bldLvl="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Attention is always computed the same way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7852669" cy="1952626"/>
          </a:xfrm>
          <a:prstGeom prst="rect">
            <a:avLst/>
          </a:prstGeom>
        </p:spPr>
        <p:txBody>
          <a:bodyPr/>
          <a:lstStyle/>
          <a:p>
            <a:r>
              <a:t>Attention is always computed the same way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Assume that we have a set of key-value pairs  , , and a query vector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664722" y="2477728"/>
                <a:ext cx="18742364" cy="6887727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 marL="531733" indent="-531733" defTabSz="714732">
                  <a:spcBef>
                    <a:spcPts val="3600"/>
                  </a:spcBef>
                  <a:defRPr sz="3828"/>
                </a:pPr>
                <a:r>
                  <a:rPr dirty="0"/>
                  <a:t>Assume that we have a set of </a:t>
                </a:r>
                <a:r>
                  <a:rPr dirty="0">
                    <a:solidFill>
                      <a:schemeClr val="accent4">
                        <a:hueOff val="-1081314"/>
                        <a:satOff val="4338"/>
                        <a:lumOff val="-8931"/>
                      </a:schemeClr>
                    </a:solidFill>
                  </a:rPr>
                  <a:t>key</a:t>
                </a:r>
                <a:r>
                  <a:rPr dirty="0"/>
                  <a:t>-</a:t>
                </a:r>
                <a:r>
                  <a:rPr dirty="0">
                    <a:solidFill>
                      <a:schemeClr val="accent1">
                        <a:lumOff val="-13575"/>
                      </a:schemeClr>
                    </a:solidFill>
                  </a:rPr>
                  <a:t>value </a:t>
                </a:r>
                <a:r>
                  <a:rPr dirty="0"/>
                  <a:t>pairs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</m:oMath>
                </a14:m>
                <a:r>
                  <a:rPr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6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sup>
                    </m:sSup>
                  </m:oMath>
                </a14:m>
                <a:r>
                  <a:rPr dirty="0"/>
                  <a:t>, and a </a:t>
                </a:r>
                <a:r>
                  <a:rPr dirty="0">
                    <a:solidFill>
                      <a:srgbClr val="9919E4"/>
                    </a:solidFill>
                  </a:rPr>
                  <a:t>query</a:t>
                </a:r>
                <a:r>
                  <a:rPr dirty="0"/>
                  <a:t> vector </a:t>
                </a:r>
                <a14:m>
                  <m:oMath xmlns:m="http://schemas.openxmlformats.org/officeDocument/2006/math"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sz="4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sz="4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sup>
                    </m:sSup>
                  </m:oMath>
                </a14:m>
                <a:endParaRPr dirty="0"/>
              </a:p>
              <a:p>
                <a:pPr marL="531733" indent="-531733" defTabSz="714732">
                  <a:spcBef>
                    <a:spcPts val="3600"/>
                  </a:spcBef>
                  <a:defRPr sz="3828"/>
                </a:pPr>
                <a:r>
                  <a:rPr dirty="0"/>
                  <a:t>Computing attention consists of the following steps:</a:t>
                </a:r>
              </a:p>
              <a:p>
                <a:pPr marL="918448" lvl="1" indent="-531733" defTabSz="714732">
                  <a:spcBef>
                    <a:spcPts val="3600"/>
                  </a:spcBef>
                  <a:defRPr sz="3828"/>
                </a:pPr>
                <a:r>
                  <a:rPr dirty="0"/>
                  <a:t>Compute the attention scores:</a:t>
                </a:r>
              </a:p>
              <a:p>
                <a:pPr marL="918448" lvl="1" indent="-531733" defTabSz="714732">
                  <a:spcBef>
                    <a:spcPts val="3600"/>
                  </a:spcBef>
                  <a:defRPr sz="3828"/>
                </a:pPr>
                <a:r>
                  <a:rPr dirty="0"/>
                  <a:t>Take </a:t>
                </a:r>
                <a:r>
                  <a:rPr dirty="0" err="1"/>
                  <a:t>softmax</a:t>
                </a:r>
                <a:r>
                  <a:rPr dirty="0"/>
                  <a:t> to get the attention distribution</a:t>
                </a:r>
              </a:p>
              <a:p>
                <a:pPr marL="918448" lvl="1" indent="-531733" defTabSz="714732">
                  <a:spcBef>
                    <a:spcPts val="8000"/>
                  </a:spcBef>
                  <a:defRPr sz="3828"/>
                </a:pPr>
                <a:r>
                  <a:rPr dirty="0"/>
                  <a:t>Use attention distribution to take weighted sum of values</a:t>
                </a:r>
              </a:p>
            </p:txBody>
          </p:sp>
        </mc:Choice>
        <mc:Fallback>
          <p:sp>
            <p:nvSpPr>
              <p:cNvPr id="233" name="Assume that we have a set of key-value pairs  , , and a query vector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664722" y="2477728"/>
                <a:ext cx="18742364" cy="6887727"/>
              </a:xfrm>
              <a:prstGeom prst="rect">
                <a:avLst/>
              </a:prstGeom>
              <a:blipFill>
                <a:blip r:embed="rId2"/>
                <a:stretch>
                  <a:fillRect l="-1756" t="-708" r="-878" b="-35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23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832" y="7703146"/>
            <a:ext cx="6227668" cy="71151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8" name="Group"/>
          <p:cNvGrpSpPr/>
          <p:nvPr/>
        </p:nvGrpSpPr>
        <p:grpSpPr>
          <a:xfrm>
            <a:off x="13052333" y="5476496"/>
            <a:ext cx="7501595" cy="1387177"/>
            <a:chOff x="0" y="0"/>
            <a:chExt cx="7501594" cy="1387175"/>
          </a:xfrm>
        </p:grpSpPr>
        <p:sp>
          <p:nvSpPr>
            <p:cNvPr id="236" name="Rectangle"/>
            <p:cNvSpPr/>
            <p:nvPr/>
          </p:nvSpPr>
          <p:spPr>
            <a:xfrm>
              <a:off x="0" y="0"/>
              <a:ext cx="7501595" cy="1387176"/>
            </a:xfrm>
            <a:prstGeom prst="rect">
              <a:avLst/>
            </a:prstGeom>
            <a:noFill/>
            <a:ln w="101600" cap="flat">
              <a:solidFill>
                <a:schemeClr val="accent5">
                  <a:lumOff val="-29866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237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187" y="387012"/>
              <a:ext cx="6462498" cy="7664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3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216" y="9703458"/>
            <a:ext cx="6910899" cy="20808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C17079-F66F-1D46-882B-3790D3F529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3781" y="8171518"/>
            <a:ext cx="2019582" cy="338184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4D6D893-6DC1-6259-8CDC-61C4FD965B0C}"/>
              </a:ext>
            </a:extLst>
          </p:cNvPr>
          <p:cNvGrpSpPr/>
          <p:nvPr/>
        </p:nvGrpSpPr>
        <p:grpSpPr>
          <a:xfrm>
            <a:off x="16023709" y="6618149"/>
            <a:ext cx="4020480" cy="3611520"/>
            <a:chOff x="16023709" y="6618149"/>
            <a:chExt cx="4020480" cy="361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57FEA4-39AA-F1B2-D66F-2831BF5531E8}"/>
                    </a:ext>
                  </a:extLst>
                </p14:cNvPr>
                <p14:cNvContentPartPr/>
                <p14:nvPr/>
              </p14:nvContentPartPr>
              <p14:xfrm>
                <a:off x="16151509" y="6647309"/>
                <a:ext cx="3892680" cy="3582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57FEA4-39AA-F1B2-D66F-2831BF5531E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142869" y="6638669"/>
                  <a:ext cx="3910320" cy="36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4EF267E-4B02-4D22-FD38-987CBCC2A9FA}"/>
                    </a:ext>
                  </a:extLst>
                </p14:cNvPr>
                <p14:cNvContentPartPr/>
                <p14:nvPr/>
              </p14:nvContentPartPr>
              <p14:xfrm>
                <a:off x="16023709" y="6618149"/>
                <a:ext cx="367560" cy="392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4EF267E-4B02-4D22-FD38-987CBCC2A9F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014709" y="6609509"/>
                  <a:ext cx="38520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D72BF7C-A1BC-42C4-F341-9463CDE3F1C7}"/>
              </a:ext>
            </a:extLst>
          </p:cNvPr>
          <p:cNvGrpSpPr/>
          <p:nvPr/>
        </p:nvGrpSpPr>
        <p:grpSpPr>
          <a:xfrm>
            <a:off x="12772549" y="8028269"/>
            <a:ext cx="5893200" cy="3845520"/>
            <a:chOff x="12772549" y="8028269"/>
            <a:chExt cx="5893200" cy="38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A8E989-6B63-3DB8-E60B-C7592CB09B65}"/>
                    </a:ext>
                  </a:extLst>
                </p14:cNvPr>
                <p14:cNvContentPartPr/>
                <p14:nvPr/>
              </p14:nvContentPartPr>
              <p14:xfrm>
                <a:off x="12854269" y="8028269"/>
                <a:ext cx="5811480" cy="3845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A8E989-6B63-3DB8-E60B-C7592CB09B6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45269" y="8019269"/>
                  <a:ext cx="5829120" cy="38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2BAACAD-C516-CEA3-329A-C81F0572E943}"/>
                    </a:ext>
                  </a:extLst>
                </p14:cNvPr>
                <p14:cNvContentPartPr/>
                <p14:nvPr/>
              </p14:nvContentPartPr>
              <p14:xfrm>
                <a:off x="12772549" y="11132909"/>
                <a:ext cx="433800" cy="391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2BAACAD-C516-CEA3-329A-C81F0572E94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763549" y="11124269"/>
                  <a:ext cx="451440" cy="409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 build="p" bldLvl="5" animBg="1" advAuto="0"/>
      <p:bldP spid="235" grpId="0" animBg="1" advAuto="0"/>
      <p:bldP spid="238" grpId="0" animBg="1" advAuto="0"/>
      <p:bldP spid="239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Query-Value-Key view of attention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Query-Value-Key view of attention</a:t>
            </a:r>
          </a:p>
        </p:txBody>
      </p:sp>
      <p:sp>
        <p:nvSpPr>
          <p:cNvPr id="2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grpSp>
        <p:nvGrpSpPr>
          <p:cNvPr id="245" name="Group 2"/>
          <p:cNvGrpSpPr/>
          <p:nvPr/>
        </p:nvGrpSpPr>
        <p:grpSpPr>
          <a:xfrm>
            <a:off x="1490081" y="3410636"/>
            <a:ext cx="8909509" cy="4927599"/>
            <a:chOff x="0" y="0"/>
            <a:chExt cx="8909508" cy="492759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3" name="Rectangle 8"/>
                <p:cNvSpPr/>
                <p:nvPr/>
              </p:nvSpPr>
              <p:spPr>
                <a:xfrm>
                  <a:off x="117257" y="0"/>
                  <a:ext cx="8792252" cy="4927599"/>
                </a:xfrm>
                <a:prstGeom prst="rect">
                  <a:avLst/>
                </a:prstGeom>
                <a:solidFill>
                  <a:srgbClr val="7030A0">
                    <a:alpha val="25000"/>
                  </a:srgbClr>
                </a:solidFill>
                <a:ln w="76200" cap="flat">
                  <a:solidFill>
                    <a:srgbClr val="000000"/>
                  </a:solidFill>
                  <a:prstDash val="solid"/>
                  <a:round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 defTabSz="1828800">
                    <a:defRPr sz="56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r>
                    <a:t>Attention function,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</p:txBody>
            </p:sp>
          </mc:Choice>
          <mc:Fallback>
            <p:sp>
              <p:nvSpPr>
                <p:cNvPr id="243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257" y="0"/>
                  <a:ext cx="8792252" cy="4927599"/>
                </a:xfrm>
                <a:prstGeom prst="rect">
                  <a:avLst/>
                </a:prstGeom>
                <a:blipFill>
                  <a:blip r:embed="rId2"/>
                  <a:stretch>
                    <a:fillRect t="-1703"/>
                  </a:stretch>
                </a:blipFill>
                <a:ln w="76200" cap="flat">
                  <a:solidFill>
                    <a:srgbClr val="000000"/>
                  </a:solidFill>
                  <a:prstDash val="solid"/>
                  <a:round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4" name="Rectangle 9"/>
                <p:cNvSpPr txBox="1"/>
                <p:nvPr/>
              </p:nvSpPr>
              <p:spPr>
                <a:xfrm>
                  <a:off x="0" y="811856"/>
                  <a:ext cx="8634532" cy="329787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 defTabSz="1828800">
                    <a:defRPr sz="5600"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sz="5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5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5500" i="1">
                          <a:solidFill>
                            <a:srgbClr val="2F5496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>
                      <a:solidFill>
                        <a:srgbClr val="2F5597"/>
                      </a:solidFill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55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sz="55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t>,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a14:m>
                  <a:r>
                    <a:rPr>
                      <a:solidFill>
                        <a:srgbClr val="2F5597"/>
                      </a:solidFill>
                    </a:rPr>
                    <a:t>)</a:t>
                  </a:r>
                </a:p>
                <a:p>
                  <a:pPr defTabSz="1828800">
                    <a:defRPr sz="5600"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5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sz="5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sz="5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softmax</m:t>
                        </m:r>
                        <m:d>
                          <m:dPr>
                            <m:ctrlPr>
                              <a:rPr sz="5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5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</m:d>
                      </m:oMath>
                    </m:oMathPara>
                  </a14:m>
                  <a:endParaRPr baseline="-15500">
                    <a:latin typeface="Helvetica"/>
                    <a:ea typeface="Helvetica"/>
                    <a:cs typeface="Helvetica"/>
                    <a:sym typeface="Helvetica"/>
                  </a:endParaRPr>
                </a:p>
                <a:p>
                  <a:pPr defTabSz="1828800">
                    <a:defRPr sz="5600"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limUpp>
                        <m:limUppPr>
                          <m:ctrlPr>
                            <a:rPr sz="5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lim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^</m:t>
                          </m:r>
                        </m:lim>
                      </m:limUpp>
                    </m:oMath>
                  </a14:m>
                  <a:r>
                    <a:rPr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t>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sz="5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sz="5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55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sz="55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sz="5200"/>
                </a:p>
              </p:txBody>
            </p:sp>
          </mc:Choice>
          <mc:Fallback>
            <p:sp>
              <p:nvSpPr>
                <p:cNvPr id="244" name="Rectangle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811856"/>
                  <a:ext cx="8634532" cy="3297874"/>
                </a:xfrm>
                <a:prstGeom prst="rect">
                  <a:avLst/>
                </a:prstGeom>
                <a:blipFill>
                  <a:blip r:embed="rId3"/>
                  <a:stretch>
                    <a:fillRect t="-3882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8" name="Group 11"/>
          <p:cNvGrpSpPr/>
          <p:nvPr/>
        </p:nvGrpSpPr>
        <p:grpSpPr>
          <a:xfrm>
            <a:off x="12984428" y="3410635"/>
            <a:ext cx="9057550" cy="5120895"/>
            <a:chOff x="0" y="0"/>
            <a:chExt cx="9057549" cy="512089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6" name="Rectangle 12"/>
                <p:cNvSpPr/>
                <p:nvPr/>
              </p:nvSpPr>
              <p:spPr>
                <a:xfrm>
                  <a:off x="119205" y="0"/>
                  <a:ext cx="8938345" cy="5009477"/>
                </a:xfrm>
                <a:prstGeom prst="rect">
                  <a:avLst/>
                </a:prstGeom>
                <a:solidFill>
                  <a:srgbClr val="7030A0">
                    <a:alpha val="25000"/>
                  </a:srgbClr>
                </a:solidFill>
                <a:ln w="76200" cap="flat">
                  <a:solidFill>
                    <a:srgbClr val="000000"/>
                  </a:solidFill>
                  <a:prstDash val="solid"/>
                  <a:round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 defTabSz="1828800">
                    <a:defRPr sz="56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r>
                    <a:t>Attention function,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  <a:p>
                  <a:pPr defTabSz="1828800">
                    <a:defRPr sz="5600" baseline="-15500">
                      <a:latin typeface="Helvetica"/>
                      <a:ea typeface="Helvetica"/>
                      <a:cs typeface="Helvetica"/>
                      <a:sym typeface="Helvetica"/>
                    </a:defRPr>
                  </a:pPr>
                  <a:endParaRPr/>
                </a:p>
              </p:txBody>
            </p:sp>
          </mc:Choice>
          <mc:Fallback>
            <p:sp>
              <p:nvSpPr>
                <p:cNvPr id="246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05" y="0"/>
                  <a:ext cx="8938345" cy="5009477"/>
                </a:xfrm>
                <a:prstGeom prst="rect">
                  <a:avLst/>
                </a:prstGeom>
                <a:blipFill>
                  <a:blip r:embed="rId4"/>
                  <a:stretch>
                    <a:fillRect t="-1677"/>
                  </a:stretch>
                </a:blipFill>
                <a:ln w="76200" cap="flat">
                  <a:solidFill>
                    <a:srgbClr val="000000"/>
                  </a:solidFill>
                  <a:prstDash val="solid"/>
                  <a:round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7" name="Rectangle 13"/>
                <p:cNvSpPr txBox="1"/>
                <p:nvPr/>
              </p:nvSpPr>
              <p:spPr>
                <a:xfrm>
                  <a:off x="0" y="825346"/>
                  <a:ext cx="8778005" cy="429554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91439" tIns="91439" rIns="91439" bIns="91439" numCol="1" anchor="t">
                  <a:noAutofit/>
                </a:bodyPr>
                <a:lstStyle/>
                <a:p>
                  <a:pPr defTabSz="1828800">
                    <a:defRPr sz="5600"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sz="5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5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5500" i="1">
                          <a:solidFill>
                            <a:srgbClr val="2F5496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>
                      <a:solidFill>
                        <a:srgbClr val="2F5597"/>
                      </a:solidFill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5500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sz="5500" i="1">
                              <a:solidFill>
                                <a:srgbClr val="ED7D3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t>,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>
                      <a:solidFill>
                        <a:srgbClr val="2F5597"/>
                      </a:solidFill>
                    </a:rPr>
                    <a:t>)</a:t>
                  </a:r>
                </a:p>
                <a:p>
                  <a:pPr defTabSz="1828800">
                    <a:defRPr sz="5600"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5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sz="5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sz="5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softmax</m:t>
                        </m:r>
                        <m:d>
                          <m:dPr>
                            <m:ctrlPr>
                              <a:rPr sz="5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sz="5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</m:d>
                      </m:oMath>
                    </m:oMathPara>
                  </a14:m>
                  <a:endParaRPr baseline="-15500">
                    <a:latin typeface="Helvetica"/>
                    <a:ea typeface="Helvetica"/>
                    <a:cs typeface="Helvetica"/>
                    <a:sym typeface="Helvetica"/>
                  </a:endParaRPr>
                </a:p>
                <a:p>
                  <a:pPr defTabSz="1828800">
                    <a:defRPr sz="5600"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limUpp>
                        <m:limUppPr>
                          <m:ctrlPr>
                            <a:rPr sz="55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lim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^</m:t>
                          </m:r>
                        </m:lim>
                      </m:limUpp>
                    </m:oMath>
                  </a14:m>
                  <a:r>
                    <a:rPr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t>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5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sz="5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5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sz="5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55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sz="55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baseline="-15500">
                    <a:latin typeface="Helvetica"/>
                    <a:ea typeface="Helvetica"/>
                    <a:cs typeface="Helvetica"/>
                    <a:sym typeface="Helvetica"/>
                  </a:endParaRPr>
                </a:p>
              </p:txBody>
            </p:sp>
          </mc:Choice>
          <mc:Fallback>
            <p:sp>
              <p:nvSpPr>
                <p:cNvPr id="247" name="Rectangle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825346"/>
                  <a:ext cx="8778005" cy="4295548"/>
                </a:xfrm>
                <a:prstGeom prst="rect">
                  <a:avLst/>
                </a:prstGeom>
                <a:blipFill>
                  <a:blip r:embed="rId5"/>
                  <a:stretch>
                    <a:fillRect t="-2979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9" name="Straight Arrow Connector 14"/>
          <p:cNvSpPr/>
          <p:nvPr/>
        </p:nvSpPr>
        <p:spPr>
          <a:xfrm>
            <a:off x="10362961" y="5370145"/>
            <a:ext cx="2658096" cy="1"/>
          </a:xfrm>
          <a:prstGeom prst="line">
            <a:avLst/>
          </a:prstGeom>
          <a:ln w="152400">
            <a:solidFill>
              <a:srgbClr val="4472C4"/>
            </a:solidFill>
            <a:miter/>
            <a:tailEnd type="triangle"/>
          </a:ln>
        </p:spPr>
        <p:txBody>
          <a:bodyPr tIns="91439" bIns="91439"/>
          <a:lstStyle/>
          <a:p>
            <a:pPr algn="l" defTabSz="1828800">
              <a:defRPr sz="36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grpSp>
        <p:nvGrpSpPr>
          <p:cNvPr id="253" name="Group 25"/>
          <p:cNvGrpSpPr/>
          <p:nvPr/>
        </p:nvGrpSpPr>
        <p:grpSpPr>
          <a:xfrm>
            <a:off x="559265" y="9262999"/>
            <a:ext cx="13998018" cy="1379513"/>
            <a:chOff x="0" y="0"/>
            <a:chExt cx="13998016" cy="137951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0" name="Rectangle 15"/>
                <p:cNvSpPr/>
                <p:nvPr/>
              </p:nvSpPr>
              <p:spPr>
                <a:xfrm>
                  <a:off x="12728016" y="0"/>
                  <a:ext cx="1270001" cy="1270000"/>
                </a:xfrm>
                <a:prstGeom prst="line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91439" tIns="91439" rIns="91439" bIns="91439" numCol="1" anchor="t">
                  <a:spAutoFit/>
                </a:bodyPr>
                <a:lstStyle/>
                <a:p>
                  <a:pPr defTabSz="1828800">
                    <a:defRPr sz="5600">
                      <a:solidFill>
                        <a:srgbClr val="007F3B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:r>
                    <a:rPr lang="en-US" sz="5500" dirty="0">
                      <a:solidFill>
                        <a:srgbClr val="007F3B"/>
                      </a:solidFill>
                    </a:rPr>
                    <a:t>                  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sz="550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5500" i="1">
                              <a:solidFill>
                                <a:srgbClr val="007F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2F549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sz="5500" i="1">
                              <a:solidFill>
                                <a:srgbClr val="2F5496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</m:oMath>
                  </a14:m>
                  <a:r>
                    <a:rPr b="1" dirty="0"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a14:m>
                  <a:endParaRPr b="1" dirty="0"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defTabSz="1828800">
                    <a:defRPr sz="5600">
                      <a:solidFill>
                        <a:srgbClr val="ED7D31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5500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500" i="1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sz="5500" i="1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5500" i="1">
                            <a:solidFill>
                              <a:srgbClr val="ED7D3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sz="5500" i="1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sSub>
                          <m:sSubPr>
                            <m:ctrlP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dirty="0">
                    <a:solidFill>
                      <a:srgbClr val="2F5597"/>
                    </a:solidFill>
                  </a:endParaRPr>
                </a:p>
                <a:p>
                  <a:pPr defTabSz="1828800">
                    <a:defRPr sz="5600">
                      <a:solidFill>
                        <a:srgbClr val="C00000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55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55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sSub>
                          <m:sSubPr>
                            <m:ctrlP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dirty="0">
                    <a:solidFill>
                      <a:srgbClr val="2F5597"/>
                    </a:solidFill>
                  </a:endParaRPr>
                </a:p>
              </p:txBody>
            </p:sp>
          </mc:Choice>
          <mc:Fallback>
            <p:sp>
              <p:nvSpPr>
                <p:cNvPr id="250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8016" y="0"/>
                  <a:ext cx="1270001" cy="1270000"/>
                </a:xfrm>
                <a:prstGeom prst="line">
                  <a:avLst/>
                </a:prstGeom>
                <a:blipFill>
                  <a:blip r:embed="rId6"/>
                  <a:stretch>
                    <a:fillRect r="-154327" b="-10192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1" name="Straight Arrow Connector 17"/>
            <p:cNvSpPr/>
            <p:nvPr/>
          </p:nvSpPr>
          <p:spPr>
            <a:xfrm>
              <a:off x="9361774" y="1379512"/>
              <a:ext cx="893379" cy="1"/>
            </a:xfrm>
            <a:prstGeom prst="line">
              <a:avLst/>
            </a:prstGeom>
            <a:noFill/>
            <a:ln w="152400" cap="flat">
              <a:solidFill>
                <a:srgbClr val="4472C4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52" name="Title 1"/>
            <p:cNvSpPr/>
            <p:nvPr/>
          </p:nvSpPr>
          <p:spPr>
            <a:xfrm>
              <a:off x="0" y="1379511"/>
              <a:ext cx="980846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/>
            <a:p>
              <a:pPr algn="l" defTabSz="1828800">
                <a:lnSpc>
                  <a:spcPct val="90000"/>
                </a:lnSpc>
                <a:defRPr sz="5600">
                  <a:latin typeface="Avenir Book"/>
                  <a:ea typeface="Avenir Book"/>
                  <a:cs typeface="Avenir Book"/>
                  <a:sym typeface="Avenir Book"/>
                </a:defRPr>
              </a:pPr>
              <a:r>
                <a:rPr dirty="0"/>
                <a:t>Projected </a:t>
              </a:r>
              <a:r>
                <a:rPr dirty="0" err="1">
                  <a:solidFill>
                    <a:srgbClr val="0C7F3A"/>
                  </a:solidFill>
                </a:rPr>
                <a:t>query</a:t>
              </a:r>
              <a:r>
                <a:rPr dirty="0" err="1"/>
                <a:t>,</a:t>
              </a:r>
              <a:r>
                <a:rPr dirty="0" err="1">
                  <a:solidFill>
                    <a:srgbClr val="ED7D31"/>
                  </a:solidFill>
                </a:rPr>
                <a:t>key</a:t>
              </a:r>
              <a:r>
                <a:rPr dirty="0" err="1"/>
                <a:t>,</a:t>
              </a:r>
              <a:r>
                <a:rPr dirty="0" err="1">
                  <a:solidFill>
                    <a:srgbClr val="C00000"/>
                  </a:solidFill>
                </a:rPr>
                <a:t>value</a:t>
              </a:r>
              <a:endParaRPr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57" name="Group 24"/>
          <p:cNvGrpSpPr/>
          <p:nvPr/>
        </p:nvGrpSpPr>
        <p:grpSpPr>
          <a:xfrm>
            <a:off x="16710446" y="8581306"/>
            <a:ext cx="6130517" cy="4419822"/>
            <a:chOff x="0" y="0"/>
            <a:chExt cx="6130515" cy="44198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Rectangle 16"/>
                <p:cNvSpPr txBox="1"/>
                <p:nvPr/>
              </p:nvSpPr>
              <p:spPr>
                <a:xfrm>
                  <a:off x="1440942" y="753749"/>
                  <a:ext cx="3546762" cy="366607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91439" tIns="91439" rIns="91439" bIns="91439" numCol="1" anchor="t">
                  <a:spAutoFit/>
                </a:bodyPr>
                <a:lstStyle/>
                <a:p>
                  <a:pPr defTabSz="1828800">
                    <a:defRPr sz="5600">
                      <a:solidFill>
                        <a:srgbClr val="007F3B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sz="550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5500" i="1">
                              <a:solidFill>
                                <a:srgbClr val="007F3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5500" i="1">
                              <a:solidFill>
                                <a:srgbClr val="2F5496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sz="5500" i="1">
                              <a:solidFill>
                                <a:srgbClr val="2F5496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</m:oMath>
                  </a14:m>
                  <a:r>
                    <a:rPr b="1"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14:m>
                    <m:oMath xmlns:m="http://schemas.openxmlformats.org/officeDocument/2006/math">
                      <m:r>
                        <a:rPr sz="5500" i="1">
                          <a:solidFill>
                            <a:srgbClr val="007F3B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a14:m>
                  <a:endParaRPr b="1"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defTabSz="1828800">
                    <a:defRPr sz="5600">
                      <a:solidFill>
                        <a:srgbClr val="ED7D31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5500" i="1">
                            <a:solidFill>
                              <a:srgbClr val="ED7D3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5500" i="1">
                            <a:solidFill>
                              <a:srgbClr val="ED7D3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sz="5500" i="1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sz="5500" i="1">
                            <a:solidFill>
                              <a:srgbClr val="2F549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baseline="31000">
                    <a:solidFill>
                      <a:srgbClr val="2F5597"/>
                    </a:solidFill>
                  </a:endParaRPr>
                </a:p>
                <a:p>
                  <a:pPr defTabSz="1828800">
                    <a:defRPr sz="5600">
                      <a:solidFill>
                        <a:srgbClr val="C00000"/>
                      </a:solidFill>
                      <a:latin typeface="Cambria Math"/>
                      <a:ea typeface="Cambria Math"/>
                      <a:cs typeface="Cambria Math"/>
                      <a:sym typeface="Cambria Math"/>
                    </a:defRPr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55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55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  <m:r>
                          <a:rPr sz="5500" i="1">
                            <a:solidFill>
                              <a:srgbClr val="2F549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sz="5500" i="1">
                                <a:solidFill>
                                  <a:srgbClr val="2F549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sz="55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>
                    <a:solidFill>
                      <a:srgbClr val="2F5597"/>
                    </a:solidFill>
                  </a:endParaRPr>
                </a:p>
              </p:txBody>
            </p:sp>
          </mc:Choice>
          <mc:Fallback>
            <p:sp>
              <p:nvSpPr>
                <p:cNvPr id="254" name="Rectangle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942" y="753749"/>
                  <a:ext cx="3546762" cy="36660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5" name="Straight Arrow Connector 20"/>
            <p:cNvSpPr/>
            <p:nvPr/>
          </p:nvSpPr>
          <p:spPr>
            <a:xfrm>
              <a:off x="0" y="2133262"/>
              <a:ext cx="893379" cy="1"/>
            </a:xfrm>
            <a:prstGeom prst="line">
              <a:avLst/>
            </a:prstGeom>
            <a:noFill/>
            <a:ln w="152400" cap="flat">
              <a:solidFill>
                <a:srgbClr val="4472C4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91439" tIns="91439" rIns="91439" bIns="91439" numCol="1" anchor="t">
              <a:noAutofit/>
            </a:bodyPr>
            <a:lstStyle/>
            <a:p>
              <a:pPr algn="l" defTabSz="1828800">
                <a:defRPr sz="36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56" name="Title 1"/>
            <p:cNvSpPr txBox="1"/>
            <p:nvPr/>
          </p:nvSpPr>
          <p:spPr>
            <a:xfrm>
              <a:off x="1303965" y="-1"/>
              <a:ext cx="4826551" cy="1148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ctr">
              <a:spAutoFit/>
            </a:bodyPr>
            <a:lstStyle>
              <a:lvl1pPr algn="l" defTabSz="1828800">
                <a:lnSpc>
                  <a:spcPct val="90000"/>
                </a:lnSpc>
                <a:defRPr sz="5600">
                  <a:latin typeface="Avenir Book"/>
                  <a:ea typeface="Avenir Book"/>
                  <a:cs typeface="Avenir Book"/>
                  <a:sym typeface="Avenir Book"/>
                </a:defRPr>
              </a:lvl1pPr>
            </a:lstStyle>
            <a:p>
              <a:r>
                <a:t>Matrix form</a:t>
              </a:r>
            </a:p>
          </p:txBody>
        </p:sp>
      </p:grpSp>
      <p:pic>
        <p:nvPicPr>
          <p:cNvPr id="258" name="Picture 4" descr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27777" y="12710033"/>
            <a:ext cx="3569885" cy="7059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AFFAABA-0678-1B6A-5A4A-FE9245CD36F1}"/>
              </a:ext>
            </a:extLst>
          </p:cNvPr>
          <p:cNvGrpSpPr/>
          <p:nvPr/>
        </p:nvGrpSpPr>
        <p:grpSpPr>
          <a:xfrm>
            <a:off x="6077629" y="2245949"/>
            <a:ext cx="12025440" cy="3042360"/>
            <a:chOff x="6077629" y="2245949"/>
            <a:chExt cx="12025440" cy="30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ADE950-4BEA-7682-0DC6-8037465861D7}"/>
                    </a:ext>
                  </a:extLst>
                </p14:cNvPr>
                <p14:cNvContentPartPr/>
                <p14:nvPr/>
              </p14:nvContentPartPr>
              <p14:xfrm>
                <a:off x="6077629" y="4223429"/>
                <a:ext cx="727200" cy="1064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ADE950-4BEA-7682-0DC6-8037465861D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68629" y="4214789"/>
                  <a:ext cx="744840" cy="10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1C4E007-7477-7C32-FB6F-BE012A14C421}"/>
                    </a:ext>
                  </a:extLst>
                </p14:cNvPr>
                <p14:cNvContentPartPr/>
                <p14:nvPr/>
              </p14:nvContentPartPr>
              <p14:xfrm>
                <a:off x="6719869" y="2245949"/>
                <a:ext cx="11278440" cy="2413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1C4E007-7477-7C32-FB6F-BE012A14C42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11229" y="2236949"/>
                  <a:ext cx="11296080" cy="24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2ADD88B-F714-D383-0B5C-E0669B57EEDB}"/>
                    </a:ext>
                  </a:extLst>
                </p14:cNvPr>
                <p14:cNvContentPartPr/>
                <p14:nvPr/>
              </p14:nvContentPartPr>
              <p14:xfrm>
                <a:off x="17808949" y="4406669"/>
                <a:ext cx="294120" cy="93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2ADD88B-F714-D383-0B5C-E0669B57EE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799949" y="4398029"/>
                  <a:ext cx="31176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AAAB7D-2F8A-238D-7CAD-EBFB7D622826}"/>
                  </a:ext>
                </a:extLst>
              </p14:cNvPr>
              <p14:cNvContentPartPr/>
              <p14:nvPr/>
            </p14:nvContentPartPr>
            <p14:xfrm>
              <a:off x="7069069" y="6395309"/>
              <a:ext cx="995040" cy="993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AAAB7D-2F8A-238D-7CAD-EBFB7D62282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60069" y="6386669"/>
                <a:ext cx="1012680" cy="10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809BA70-6C82-2320-008D-F88350B53FA8}"/>
              </a:ext>
            </a:extLst>
          </p:cNvPr>
          <p:cNvGrpSpPr/>
          <p:nvPr/>
        </p:nvGrpSpPr>
        <p:grpSpPr>
          <a:xfrm>
            <a:off x="7852069" y="7061309"/>
            <a:ext cx="11308320" cy="1732680"/>
            <a:chOff x="7852069" y="7061309"/>
            <a:chExt cx="11308320" cy="17326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9F69B67-F667-482F-1361-487DB58BF6E5}"/>
                    </a:ext>
                  </a:extLst>
                </p14:cNvPr>
                <p14:cNvContentPartPr/>
                <p14:nvPr/>
              </p14:nvContentPartPr>
              <p14:xfrm>
                <a:off x="7852069" y="7061309"/>
                <a:ext cx="11173320" cy="1732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9F69B67-F667-482F-1361-487DB58BF6E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43069" y="7052669"/>
                  <a:ext cx="11190960" cy="17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C1ECA48-353F-C769-BECC-DC10CB774E97}"/>
                    </a:ext>
                  </a:extLst>
                </p14:cNvPr>
                <p14:cNvContentPartPr/>
                <p14:nvPr/>
              </p14:nvContentPartPr>
              <p14:xfrm>
                <a:off x="18636229" y="7086869"/>
                <a:ext cx="524160" cy="378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C1ECA48-353F-C769-BECC-DC10CB774E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627229" y="7077869"/>
                  <a:ext cx="541800" cy="396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" grpId="0" animBg="1" advAuto="0"/>
      <p:bldP spid="249" grpId="0" animBg="1" advAuto="0"/>
      <p:bldP spid="253" grpId="0" animBg="1" advAuto="0"/>
      <p:bldP spid="257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eneral form of attention: key-value-query"/>
          <p:cNvSpPr txBox="1">
            <a:spLocks noGrp="1"/>
          </p:cNvSpPr>
          <p:nvPr>
            <p:ph type="title"/>
          </p:nvPr>
        </p:nvSpPr>
        <p:spPr>
          <a:xfrm>
            <a:off x="3290623" y="96727"/>
            <a:ext cx="17802754" cy="2266060"/>
          </a:xfrm>
          <a:prstGeom prst="rect">
            <a:avLst/>
          </a:prstGeom>
        </p:spPr>
        <p:txBody>
          <a:bodyPr/>
          <a:lstStyle/>
          <a:p>
            <a:r>
              <a:rPr dirty="0"/>
              <a:t>General form of attention: </a:t>
            </a:r>
            <a:r>
              <a:rPr dirty="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</a:t>
            </a:r>
            <a:r>
              <a:rPr dirty="0"/>
              <a:t>-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</a:t>
            </a:r>
            <a:r>
              <a:rPr dirty="0"/>
              <a:t>-</a:t>
            </a:r>
            <a:r>
              <a:rPr dirty="0">
                <a:solidFill>
                  <a:srgbClr val="9919E4"/>
                </a:solidFill>
              </a:rPr>
              <a:t>query</a:t>
            </a:r>
          </a:p>
        </p:txBody>
      </p:sp>
      <p:sp>
        <p:nvSpPr>
          <p:cNvPr id="261" name="Rectangle"/>
          <p:cNvSpPr/>
          <p:nvPr/>
        </p:nvSpPr>
        <p:spPr>
          <a:xfrm>
            <a:off x="4326408" y="12036805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62" name="Attention is a way to compute a weighted sum of the values dependent on the query and the corresponding keys.…"/>
          <p:cNvSpPr txBox="1">
            <a:spLocks noGrp="1"/>
          </p:cNvSpPr>
          <p:nvPr>
            <p:ph type="body" idx="1"/>
          </p:nvPr>
        </p:nvSpPr>
        <p:spPr>
          <a:xfrm>
            <a:off x="2241529" y="2796793"/>
            <a:ext cx="19900942" cy="9370315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pPr>
              <a:buClr>
                <a:schemeClr val="accent1">
                  <a:lumOff val="-13575"/>
                </a:schemeClr>
              </a:buClr>
              <a:buChar char="‣"/>
            </a:pPr>
            <a:r>
              <a:rPr b="1" dirty="0"/>
              <a:t>Attention </a:t>
            </a:r>
            <a:r>
              <a:rPr dirty="0"/>
              <a:t>is a way to compute a </a:t>
            </a:r>
            <a:r>
              <a:rPr b="1" dirty="0"/>
              <a:t>weighted sum</a:t>
            </a:r>
            <a:r>
              <a:rPr dirty="0"/>
              <a:t> of the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/>
              <a:t>dependent on the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/>
              <a:t>and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/>
              <a:t>the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/>
              <a:t>corresponding</a:t>
            </a:r>
            <a:r>
              <a:rPr dirty="0">
                <a:solidFill>
                  <a:schemeClr val="accent5">
                    <a:lumOff val="-29866"/>
                  </a:schemeClr>
                </a:solidFill>
              </a:rPr>
              <a:t> </a:t>
            </a:r>
            <a:r>
              <a:rPr dirty="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keys</a:t>
            </a:r>
            <a:r>
              <a:rPr dirty="0"/>
              <a:t>.</a:t>
            </a:r>
          </a:p>
          <a:p>
            <a:pPr lvl="1"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All of these (</a:t>
            </a:r>
            <a:r>
              <a:rPr dirty="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 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/>
              <a:t>) are represented using </a:t>
            </a:r>
            <a:r>
              <a:rPr b="1" dirty="0"/>
              <a:t>vectors</a:t>
            </a:r>
            <a:endParaRPr b="1" dirty="0">
              <a:solidFill>
                <a:schemeClr val="accent5">
                  <a:lumOff val="-29866"/>
                </a:schemeClr>
              </a:solidFill>
            </a:endParaRPr>
          </a:p>
          <a:p>
            <a:pPr lvl="2">
              <a:buClr>
                <a:schemeClr val="accent1">
                  <a:lumOff val="-13575"/>
                </a:schemeClr>
              </a:buClr>
              <a:buChar char="‣"/>
            </a:pPr>
            <a:r>
              <a:rPr dirty="0"/>
              <a:t>The 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/>
              <a:t> and </a:t>
            </a:r>
            <a:r>
              <a:rPr dirty="0"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</a:t>
            </a:r>
            <a:r>
              <a:rPr dirty="0"/>
              <a:t> are used for addressing (contains partial information).  While the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/>
              <a:t> provide more complete information </a:t>
            </a:r>
          </a:p>
          <a:p>
            <a:pPr lvl="2"/>
            <a:r>
              <a:rPr dirty="0"/>
              <a:t>The weighted sum is a </a:t>
            </a:r>
            <a:r>
              <a:rPr b="1" dirty="0"/>
              <a:t>selective summary</a:t>
            </a:r>
            <a:r>
              <a:rPr dirty="0"/>
              <a:t> of the information found in the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/>
              <a:t>.</a:t>
            </a:r>
          </a:p>
          <a:p>
            <a:pPr lvl="2"/>
            <a:r>
              <a:rPr dirty="0"/>
              <a:t>It is a way to obtain a </a:t>
            </a:r>
            <a:r>
              <a:rPr b="1" dirty="0"/>
              <a:t>fixed-sized representation</a:t>
            </a:r>
            <a:r>
              <a:rPr dirty="0"/>
              <a:t> of an arbitrary set of representations (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rPr dirty="0"/>
              <a:t>) based on some other representation (the </a:t>
            </a:r>
            <a:r>
              <a:rPr dirty="0">
                <a:solidFill>
                  <a:srgbClr val="9919E4"/>
                </a:solidFill>
              </a:rPr>
              <a:t>query</a:t>
            </a:r>
            <a:r>
              <a:rPr dirty="0"/>
              <a:t>)</a:t>
            </a:r>
          </a:p>
        </p:txBody>
      </p:sp>
      <p:sp>
        <p:nvSpPr>
          <p:cNvPr id="2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6CD61E-76C8-1659-3B6B-33FF052F8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63" y="3459783"/>
            <a:ext cx="1031980" cy="14826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2E00B8-892B-99A6-39FE-F024010CD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8707" y="1699796"/>
            <a:ext cx="3149882" cy="13259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EF0D73-D0AA-8C09-70DD-1B7CE94B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8825" y="3459783"/>
            <a:ext cx="3149882" cy="13259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7BC3CB-B2C6-3EF4-341A-128C53142F0C}"/>
              </a:ext>
            </a:extLst>
          </p:cNvPr>
          <p:cNvSpPr txBox="1"/>
          <p:nvPr/>
        </p:nvSpPr>
        <p:spPr>
          <a:xfrm>
            <a:off x="12698824" y="5562287"/>
            <a:ext cx="6822889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i.e., locating, indexing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0C829-26BB-E59E-733E-DF0B9DDD0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98171" y="11925834"/>
            <a:ext cx="9829179" cy="179016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02E8F13-2F17-A1B8-3D19-B36CA4D3F8EA}"/>
              </a:ext>
            </a:extLst>
          </p:cNvPr>
          <p:cNvGrpSpPr/>
          <p:nvPr/>
        </p:nvGrpSpPr>
        <p:grpSpPr>
          <a:xfrm>
            <a:off x="21872989" y="6068069"/>
            <a:ext cx="1510560" cy="5908320"/>
            <a:chOff x="21872989" y="6068069"/>
            <a:chExt cx="1510560" cy="5908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5C8A9B4-67E3-82BC-4D12-544A28E4A560}"/>
                    </a:ext>
                  </a:extLst>
                </p14:cNvPr>
                <p14:cNvContentPartPr/>
                <p14:nvPr/>
              </p14:nvContentPartPr>
              <p14:xfrm>
                <a:off x="21872989" y="6068069"/>
                <a:ext cx="415800" cy="1338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5C8A9B4-67E3-82BC-4D12-544A28E4A56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863989" y="6059429"/>
                  <a:ext cx="433440" cy="13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83D12F9-13E4-DD9C-D1C1-0D8817F2ADC6}"/>
                    </a:ext>
                  </a:extLst>
                </p14:cNvPr>
                <p14:cNvContentPartPr/>
                <p14:nvPr/>
              </p14:nvContentPartPr>
              <p14:xfrm>
                <a:off x="22366189" y="6792029"/>
                <a:ext cx="1017360" cy="5160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83D12F9-13E4-DD9C-D1C1-0D8817F2ADC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357549" y="6783389"/>
                  <a:ext cx="1035000" cy="51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906194-AC00-FF4E-D008-2DDBE75ED302}"/>
                    </a:ext>
                  </a:extLst>
                </p14:cNvPr>
                <p14:cNvContentPartPr/>
                <p14:nvPr/>
              </p14:nvContentPartPr>
              <p14:xfrm>
                <a:off x="22859749" y="11495069"/>
                <a:ext cx="471600" cy="481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906194-AC00-FF4E-D008-2DDBE75ED3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851109" y="11486429"/>
                  <a:ext cx="489240" cy="49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7B8520-A1A4-5189-4136-A9406D39ACF9}"/>
              </a:ext>
            </a:extLst>
          </p:cNvPr>
          <p:cNvGrpSpPr/>
          <p:nvPr/>
        </p:nvGrpSpPr>
        <p:grpSpPr>
          <a:xfrm>
            <a:off x="12944989" y="8911709"/>
            <a:ext cx="1492920" cy="4655520"/>
            <a:chOff x="12944989" y="8911709"/>
            <a:chExt cx="1492920" cy="46555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88EC398-30B7-1AE9-0926-57BC236EBF36}"/>
                    </a:ext>
                  </a:extLst>
                </p14:cNvPr>
                <p14:cNvContentPartPr/>
                <p14:nvPr/>
              </p14:nvContentPartPr>
              <p14:xfrm>
                <a:off x="12944989" y="8911709"/>
                <a:ext cx="1362960" cy="4543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88EC398-30B7-1AE9-0926-57BC236EBF3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35989" y="8902709"/>
                  <a:ext cx="1380600" cy="45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675FDB9-4166-1280-883F-D4C2747F4A51}"/>
                    </a:ext>
                  </a:extLst>
                </p14:cNvPr>
                <p14:cNvContentPartPr/>
                <p14:nvPr/>
              </p14:nvContentPartPr>
              <p14:xfrm>
                <a:off x="14158549" y="13178789"/>
                <a:ext cx="279360" cy="388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675FDB9-4166-1280-883F-D4C2747F4A5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149549" y="13170149"/>
                  <a:ext cx="297000" cy="406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21F5B3D-BE16-1D37-77DF-6A540C956A6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0467" y="11639765"/>
            <a:ext cx="4452523" cy="3970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F80CBA-95CB-0C0B-F57D-EF2344A239F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583710" y="11542968"/>
            <a:ext cx="3742200" cy="38286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1E2653-B84F-2921-0BA5-883B7E571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23" y="117550"/>
            <a:ext cx="23919591" cy="13387993"/>
          </a:xfrm>
          <a:prstGeom prst="rect">
            <a:avLst/>
          </a:prstGeom>
        </p:spPr>
      </p:pic>
      <p:sp>
        <p:nvSpPr>
          <p:cNvPr id="6" name="(slide credit: Abigail See)">
            <a:extLst>
              <a:ext uri="{FF2B5EF4-FFF2-40B4-BE49-F238E27FC236}">
                <a16:creationId xmlns:a16="http://schemas.microsoft.com/office/drawing/2014/main" id="{E5FF5F62-D453-0B67-4A6E-970827AA6B4D}"/>
              </a:ext>
            </a:extLst>
          </p:cNvPr>
          <p:cNvSpPr txBox="1"/>
          <p:nvPr/>
        </p:nvSpPr>
        <p:spPr>
          <a:xfrm>
            <a:off x="174123" y="12017828"/>
            <a:ext cx="2330765" cy="63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rPr dirty="0"/>
              <a:t>slide credit: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1917A-9981-5F62-D116-C1941870A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177" y="6012768"/>
            <a:ext cx="4015713" cy="1690463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9C509F1-1125-E738-7BB0-24736296024A}"/>
              </a:ext>
            </a:extLst>
          </p:cNvPr>
          <p:cNvGrpSpPr/>
          <p:nvPr/>
        </p:nvGrpSpPr>
        <p:grpSpPr>
          <a:xfrm>
            <a:off x="9172909" y="7808669"/>
            <a:ext cx="4949640" cy="613800"/>
            <a:chOff x="9172909" y="7808669"/>
            <a:chExt cx="4949640" cy="6138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CAD4889-D55E-61AA-5186-F1CD6A990BAB}"/>
                    </a:ext>
                  </a:extLst>
                </p14:cNvPr>
                <p14:cNvContentPartPr/>
                <p14:nvPr/>
              </p14:nvContentPartPr>
              <p14:xfrm>
                <a:off x="9172909" y="7808669"/>
                <a:ext cx="4853880" cy="437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CAD4889-D55E-61AA-5186-F1CD6A990BA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63909" y="7799669"/>
                  <a:ext cx="48715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5F461D7-05A0-8503-138B-E24680C20F61}"/>
                    </a:ext>
                  </a:extLst>
                </p14:cNvPr>
                <p14:cNvContentPartPr/>
                <p14:nvPr/>
              </p14:nvContentPartPr>
              <p14:xfrm>
                <a:off x="13904389" y="8011709"/>
                <a:ext cx="218160" cy="410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5F461D7-05A0-8503-138B-E24680C20F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895749" y="8002709"/>
                  <a:ext cx="235800" cy="42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0CF8F6-93DA-E0CA-02A3-A2C0C3E0F1A6}"/>
              </a:ext>
            </a:extLst>
          </p:cNvPr>
          <p:cNvGrpSpPr/>
          <p:nvPr/>
        </p:nvGrpSpPr>
        <p:grpSpPr>
          <a:xfrm>
            <a:off x="9114949" y="3933269"/>
            <a:ext cx="6830640" cy="2235600"/>
            <a:chOff x="9114949" y="3933269"/>
            <a:chExt cx="6830640" cy="22356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CC2FF8-7B53-6132-D98F-924594AA1276}"/>
                    </a:ext>
                  </a:extLst>
                </p14:cNvPr>
                <p14:cNvContentPartPr/>
                <p14:nvPr/>
              </p14:nvContentPartPr>
              <p14:xfrm>
                <a:off x="9114949" y="3965669"/>
                <a:ext cx="6830640" cy="2203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CC2FF8-7B53-6132-D98F-924594AA127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105949" y="3956669"/>
                  <a:ext cx="6848280" cy="22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AD1241-C7E6-16BD-F42B-0AAC7DB570DA}"/>
                    </a:ext>
                  </a:extLst>
                </p14:cNvPr>
                <p14:cNvContentPartPr/>
                <p14:nvPr/>
              </p14:nvContentPartPr>
              <p14:xfrm>
                <a:off x="15631669" y="3933269"/>
                <a:ext cx="307080" cy="507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AD1241-C7E6-16BD-F42B-0AAC7DB570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623029" y="3924269"/>
                  <a:ext cx="324720" cy="52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45F578-5FCB-EB5D-CC4D-EF5015EBCF67}"/>
              </a:ext>
            </a:extLst>
          </p:cNvPr>
          <p:cNvGrpSpPr/>
          <p:nvPr/>
        </p:nvGrpSpPr>
        <p:grpSpPr>
          <a:xfrm>
            <a:off x="9187309" y="5862509"/>
            <a:ext cx="6928200" cy="1498320"/>
            <a:chOff x="9187309" y="5862509"/>
            <a:chExt cx="6928200" cy="1498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EB39E9C-FCFD-B462-0236-2160F4FB9F2E}"/>
                    </a:ext>
                  </a:extLst>
                </p14:cNvPr>
                <p14:cNvContentPartPr/>
                <p14:nvPr/>
              </p14:nvContentPartPr>
              <p14:xfrm>
                <a:off x="9187309" y="5862509"/>
                <a:ext cx="6862320" cy="1482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EB39E9C-FCFD-B462-0236-2160F4FB9F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78669" y="5853869"/>
                  <a:ext cx="6879960" cy="14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47C78C-E5FE-24FC-71C2-1D315670150B}"/>
                    </a:ext>
                  </a:extLst>
                </p14:cNvPr>
                <p14:cNvContentPartPr/>
                <p14:nvPr/>
              </p14:nvContentPartPr>
              <p14:xfrm>
                <a:off x="15758389" y="6937829"/>
                <a:ext cx="357120" cy="423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47C78C-E5FE-24FC-71C2-1D315670150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749749" y="6928829"/>
                  <a:ext cx="374760" cy="440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F1C4D1C-05FF-4A2F-66C1-36230D4456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91831" y="11445293"/>
            <a:ext cx="2933116" cy="133580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E9FCFD-28EA-025D-A44B-CB8B91445A58}"/>
              </a:ext>
            </a:extLst>
          </p:cNvPr>
          <p:cNvSpPr txBox="1"/>
          <p:nvPr/>
        </p:nvSpPr>
        <p:spPr>
          <a:xfrm>
            <a:off x="7157636" y="6036621"/>
            <a:ext cx="1463541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 P4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B79AA4-EF35-F6CD-BEC1-4F543282F57A}"/>
              </a:ext>
            </a:extLst>
          </p:cNvPr>
          <p:cNvSpPr txBox="1"/>
          <p:nvPr/>
        </p:nvSpPr>
        <p:spPr>
          <a:xfrm>
            <a:off x="12492801" y="11607139"/>
            <a:ext cx="1463541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 P4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B3E96E-79E4-4E78-E3B3-53448455697C}"/>
              </a:ext>
            </a:extLst>
          </p:cNvPr>
          <p:cNvSpPr txBox="1"/>
          <p:nvPr/>
        </p:nvSpPr>
        <p:spPr>
          <a:xfrm>
            <a:off x="13044344" y="505976"/>
            <a:ext cx="1463541" cy="821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In P4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4CFA931-2F8B-65B5-C911-4F3D43DDB30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94077" y="364324"/>
            <a:ext cx="2285743" cy="909633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3F90ED41-815D-5B63-1E6C-106DBC92C4DB}"/>
              </a:ext>
            </a:extLst>
          </p:cNvPr>
          <p:cNvGrpSpPr/>
          <p:nvPr/>
        </p:nvGrpSpPr>
        <p:grpSpPr>
          <a:xfrm>
            <a:off x="17576749" y="1227869"/>
            <a:ext cx="153360" cy="419760"/>
            <a:chOff x="17576749" y="1227869"/>
            <a:chExt cx="153360" cy="4197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895F8B-F131-3E1B-AAC0-B9094248EA8A}"/>
                    </a:ext>
                  </a:extLst>
                </p14:cNvPr>
                <p14:cNvContentPartPr/>
                <p14:nvPr/>
              </p14:nvContentPartPr>
              <p14:xfrm>
                <a:off x="17576749" y="1227869"/>
                <a:ext cx="153360" cy="419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895F8B-F131-3E1B-AAC0-B9094248EA8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567749" y="1218869"/>
                  <a:ext cx="1710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174039E-8CD0-D893-3D53-D53BD4344F9C}"/>
                    </a:ext>
                  </a:extLst>
                </p14:cNvPr>
                <p14:cNvContentPartPr/>
                <p14:nvPr/>
              </p14:nvContentPartPr>
              <p14:xfrm>
                <a:off x="17576749" y="1640069"/>
                <a:ext cx="9468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174039E-8CD0-D893-3D53-D53BD4344F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567749" y="1631069"/>
                  <a:ext cx="1123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87E465-EA4E-CF88-6231-4EC32720FF71}"/>
              </a:ext>
            </a:extLst>
          </p:cNvPr>
          <p:cNvGrpSpPr/>
          <p:nvPr/>
        </p:nvGrpSpPr>
        <p:grpSpPr>
          <a:xfrm>
            <a:off x="18998749" y="1102949"/>
            <a:ext cx="1177200" cy="699120"/>
            <a:chOff x="18998749" y="1102949"/>
            <a:chExt cx="1177200" cy="6991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0D05DB-3384-9E7C-0DA4-27C630824201}"/>
                    </a:ext>
                  </a:extLst>
                </p14:cNvPr>
                <p14:cNvContentPartPr/>
                <p14:nvPr/>
              </p14:nvContentPartPr>
              <p14:xfrm>
                <a:off x="18998749" y="1482749"/>
                <a:ext cx="174600" cy="254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0D05DB-3384-9E7C-0DA4-27C63082420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990109" y="1473749"/>
                  <a:ext cx="1922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2AB48E0-A239-F403-2159-E3C5BE6D3CBB}"/>
                    </a:ext>
                  </a:extLst>
                </p14:cNvPr>
                <p14:cNvContentPartPr/>
                <p14:nvPr/>
              </p14:nvContentPartPr>
              <p14:xfrm>
                <a:off x="19179829" y="1102949"/>
                <a:ext cx="95400" cy="699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2AB48E0-A239-F403-2159-E3C5BE6D3C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170829" y="1093949"/>
                  <a:ext cx="11304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D12719-8070-8B3E-9E69-7443256B3DC2}"/>
                    </a:ext>
                  </a:extLst>
                </p14:cNvPr>
                <p14:cNvContentPartPr/>
                <p14:nvPr/>
              </p14:nvContentPartPr>
              <p14:xfrm>
                <a:off x="19274869" y="1480229"/>
                <a:ext cx="121320" cy="242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D12719-8070-8B3E-9E69-7443256B3DC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265869" y="1471589"/>
                  <a:ext cx="1389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3370D8-04BA-1D79-005C-549AA39ED1B8}"/>
                    </a:ext>
                  </a:extLst>
                </p14:cNvPr>
                <p14:cNvContentPartPr/>
                <p14:nvPr/>
              </p14:nvContentPartPr>
              <p14:xfrm>
                <a:off x="19473949" y="1480229"/>
                <a:ext cx="173160" cy="240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3370D8-04BA-1D79-005C-549AA39ED1B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465309" y="1471589"/>
                  <a:ext cx="1908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C127C82-94AA-E553-78BE-2670FAC22907}"/>
                    </a:ext>
                  </a:extLst>
                </p14:cNvPr>
                <p14:cNvContentPartPr/>
                <p14:nvPr/>
              </p14:nvContentPartPr>
              <p14:xfrm>
                <a:off x="19800109" y="1451429"/>
                <a:ext cx="4104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127C82-94AA-E553-78BE-2670FAC229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791109" y="1442429"/>
                  <a:ext cx="586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5298397-A74A-5ACB-C392-2903FAD81B8E}"/>
                    </a:ext>
                  </a:extLst>
                </p14:cNvPr>
                <p14:cNvContentPartPr/>
                <p14:nvPr/>
              </p14:nvContentPartPr>
              <p14:xfrm>
                <a:off x="19928629" y="1190069"/>
                <a:ext cx="163800" cy="601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298397-A74A-5ACB-C392-2903FAD81B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919629" y="1181069"/>
                  <a:ext cx="18144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6A340C-DAE3-B622-A935-910F1C246DEB}"/>
                    </a:ext>
                  </a:extLst>
                </p14:cNvPr>
                <p14:cNvContentPartPr/>
                <p14:nvPr/>
              </p14:nvContentPartPr>
              <p14:xfrm>
                <a:off x="19898749" y="1218869"/>
                <a:ext cx="277200" cy="200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6A340C-DAE3-B622-A935-910F1C246DE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890109" y="1210229"/>
                  <a:ext cx="29484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6301380-3276-C4F7-50D9-96A7FD1C4622}"/>
              </a:ext>
            </a:extLst>
          </p:cNvPr>
          <p:cNvGrpSpPr/>
          <p:nvPr/>
        </p:nvGrpSpPr>
        <p:grpSpPr>
          <a:xfrm>
            <a:off x="16241149" y="330389"/>
            <a:ext cx="5337720" cy="274320"/>
            <a:chOff x="16241149" y="330389"/>
            <a:chExt cx="5337720" cy="274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CF7A765-E9AF-149D-222D-E4C70A7AA33A}"/>
                    </a:ext>
                  </a:extLst>
                </p14:cNvPr>
                <p14:cNvContentPartPr/>
                <p14:nvPr/>
              </p14:nvContentPartPr>
              <p14:xfrm>
                <a:off x="16241149" y="330389"/>
                <a:ext cx="5177160" cy="235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CF7A765-E9AF-149D-222D-E4C70A7AA3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232509" y="321389"/>
                  <a:ext cx="51948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EE2029-3D78-FF34-9AA5-5783243ED768}"/>
                    </a:ext>
                  </a:extLst>
                </p14:cNvPr>
                <p14:cNvContentPartPr/>
                <p14:nvPr/>
              </p14:nvContentPartPr>
              <p14:xfrm>
                <a:off x="21248749" y="464309"/>
                <a:ext cx="330120" cy="140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EE2029-3D78-FF34-9AA5-5783243ED7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239749" y="455309"/>
                  <a:ext cx="34776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F9BDCF4-5852-C920-7551-D8E470D76EA3}"/>
                  </a:ext>
                </a:extLst>
              </p14:cNvPr>
              <p14:cNvContentPartPr/>
              <p14:nvPr/>
            </p14:nvContentPartPr>
            <p14:xfrm>
              <a:off x="15136100" y="10718600"/>
              <a:ext cx="197280" cy="240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F9BDCF4-5852-C920-7551-D8E470D76EA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5127460" y="10709960"/>
                <a:ext cx="21492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C8DCA77-C023-E9AD-09D2-C95058BF3AFB}"/>
                  </a:ext>
                </a:extLst>
              </p14:cNvPr>
              <p14:cNvContentPartPr/>
              <p14:nvPr/>
            </p14:nvContentPartPr>
            <p14:xfrm>
              <a:off x="15432740" y="10807520"/>
              <a:ext cx="165240" cy="18612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C8DCA77-C023-E9AD-09D2-C95058BF3AF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423740" y="10798880"/>
                <a:ext cx="18288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7B8DAC0-CCF5-FE19-8A04-AE93B614F205}"/>
                  </a:ext>
                </a:extLst>
              </p14:cNvPr>
              <p14:cNvContentPartPr/>
              <p14:nvPr/>
            </p14:nvContentPartPr>
            <p14:xfrm>
              <a:off x="15728300" y="10629680"/>
              <a:ext cx="234720" cy="4852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7B8DAC0-CCF5-FE19-8A04-AE93B614F20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5719660" y="10621040"/>
                <a:ext cx="25236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E38BA7B-CFAA-E0BB-244B-78AC0F82ECFA}"/>
                  </a:ext>
                </a:extLst>
              </p14:cNvPr>
              <p14:cNvContentPartPr/>
              <p14:nvPr/>
            </p14:nvContentPartPr>
            <p14:xfrm>
              <a:off x="14609048" y="11121315"/>
              <a:ext cx="155160" cy="871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E38BA7B-CFAA-E0BB-244B-78AC0F82ECF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600048" y="11112315"/>
                <a:ext cx="1728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0DEBF33-F838-A01F-C528-5D17A33657C8}"/>
                  </a:ext>
                </a:extLst>
              </p14:cNvPr>
              <p14:cNvContentPartPr/>
              <p14:nvPr/>
            </p14:nvContentPartPr>
            <p14:xfrm>
              <a:off x="14718848" y="10972635"/>
              <a:ext cx="59040" cy="2224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0DEBF33-F838-A01F-C528-5D17A33657C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4710208" y="10963635"/>
                <a:ext cx="766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DDC0245-0D88-317A-6A25-0F51F69BBE20}"/>
                  </a:ext>
                </a:extLst>
              </p14:cNvPr>
              <p14:cNvContentPartPr/>
              <p14:nvPr/>
            </p14:nvContentPartPr>
            <p14:xfrm>
              <a:off x="14805608" y="11105835"/>
              <a:ext cx="112680" cy="1998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DDC0245-0D88-317A-6A25-0F51F69BBE2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4796608" y="11097195"/>
                <a:ext cx="1303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F9A7D4B-CBF2-D66D-8D66-057D8C82C931}"/>
                  </a:ext>
                </a:extLst>
              </p14:cNvPr>
              <p14:cNvContentPartPr/>
              <p14:nvPr/>
            </p14:nvContentPartPr>
            <p14:xfrm>
              <a:off x="15001808" y="11148675"/>
              <a:ext cx="193320" cy="12924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F9A7D4B-CBF2-D66D-8D66-057D8C82C93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4992808" y="11140035"/>
                <a:ext cx="21096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E902CFA-49A0-ABE2-8866-EEE6662B992E}"/>
                  </a:ext>
                </a:extLst>
              </p14:cNvPr>
              <p14:cNvContentPartPr/>
              <p14:nvPr/>
            </p14:nvContentPartPr>
            <p14:xfrm>
              <a:off x="15267848" y="11114835"/>
              <a:ext cx="173520" cy="1260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E902CFA-49A0-ABE2-8866-EEE6662B992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259208" y="11106195"/>
                <a:ext cx="1911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0661D7A-9B95-8C49-13EC-E6AE444287FF}"/>
                  </a:ext>
                </a:extLst>
              </p14:cNvPr>
              <p14:cNvContentPartPr/>
              <p14:nvPr/>
            </p14:nvContentPartPr>
            <p14:xfrm>
              <a:off x="15468368" y="11172795"/>
              <a:ext cx="63720" cy="849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0661D7A-9B95-8C49-13EC-E6AE444287F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459728" y="11163795"/>
                <a:ext cx="8136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45EDF2F-EDF0-950D-BAED-8C787DADA38B}"/>
                  </a:ext>
                </a:extLst>
              </p14:cNvPr>
              <p14:cNvContentPartPr/>
              <p14:nvPr/>
            </p14:nvContentPartPr>
            <p14:xfrm>
              <a:off x="15408248" y="11172795"/>
              <a:ext cx="146160" cy="25488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45EDF2F-EDF0-950D-BAED-8C787DADA38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5399608" y="11163795"/>
                <a:ext cx="1638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2DEE2F2-3D63-356A-0D9F-6FE2CD16B957}"/>
                  </a:ext>
                </a:extLst>
              </p14:cNvPr>
              <p14:cNvContentPartPr/>
              <p14:nvPr/>
            </p14:nvContentPartPr>
            <p14:xfrm>
              <a:off x="15696968" y="11301315"/>
              <a:ext cx="17640" cy="694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2DEE2F2-3D63-356A-0D9F-6FE2CD16B95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5687968" y="11292315"/>
                <a:ext cx="352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2E265B3-CA41-7672-4696-D9D8CDFF4032}"/>
                  </a:ext>
                </a:extLst>
              </p14:cNvPr>
              <p14:cNvContentPartPr/>
              <p14:nvPr/>
            </p14:nvContentPartPr>
            <p14:xfrm>
              <a:off x="14350580" y="10566680"/>
              <a:ext cx="318240" cy="8575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2E265B3-CA41-7672-4696-D9D8CDFF403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341940" y="10557680"/>
                <a:ext cx="335880" cy="87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2331E88D-E312-646E-2035-95FCBABD39F0}"/>
              </a:ext>
            </a:extLst>
          </p:cNvPr>
          <p:cNvGrpSpPr/>
          <p:nvPr/>
        </p:nvGrpSpPr>
        <p:grpSpPr>
          <a:xfrm>
            <a:off x="15951488" y="10617080"/>
            <a:ext cx="6794652" cy="864000"/>
            <a:chOff x="15951488" y="10617080"/>
            <a:chExt cx="6794652" cy="8640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14ED0CA-73E1-2DBE-485E-DE49CFAB07CC}"/>
                    </a:ext>
                  </a:extLst>
                </p14:cNvPr>
                <p14:cNvContentPartPr/>
                <p14:nvPr/>
              </p14:nvContentPartPr>
              <p14:xfrm>
                <a:off x="17063180" y="10870160"/>
                <a:ext cx="5682960" cy="610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14ED0CA-73E1-2DBE-485E-DE49CFAB07C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054180" y="10861520"/>
                  <a:ext cx="570060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B3BA879-ABE7-340B-9CC6-EE9AE19FF5B3}"/>
                    </a:ext>
                  </a:extLst>
                </p14:cNvPr>
                <p14:cNvContentPartPr/>
                <p14:nvPr/>
              </p14:nvContentPartPr>
              <p14:xfrm>
                <a:off x="17080100" y="10756760"/>
                <a:ext cx="268200" cy="302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B3BA879-ABE7-340B-9CC6-EE9AE19FF5B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071460" y="10747760"/>
                  <a:ext cx="28584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8412214-860E-8A2C-3EA2-4EC7F9756CB6}"/>
                    </a:ext>
                  </a:extLst>
                </p14:cNvPr>
                <p14:cNvContentPartPr/>
                <p14:nvPr/>
              </p14:nvContentPartPr>
              <p14:xfrm>
                <a:off x="16032500" y="10896440"/>
                <a:ext cx="91800" cy="132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8412214-860E-8A2C-3EA2-4EC7F9756C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023860" y="10887440"/>
                  <a:ext cx="1094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29C96FF-E64B-1645-0459-9CA6DC00AE4C}"/>
                    </a:ext>
                  </a:extLst>
                </p14:cNvPr>
                <p14:cNvContentPartPr/>
                <p14:nvPr/>
              </p14:nvContentPartPr>
              <p14:xfrm>
                <a:off x="16248140" y="10934600"/>
                <a:ext cx="8280" cy="2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29C96FF-E64B-1645-0459-9CA6DC00AE4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239140" y="10925600"/>
                  <a:ext cx="259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3BF3F9-87BF-0BB5-CAC5-5789D116C5FF}"/>
                    </a:ext>
                  </a:extLst>
                </p14:cNvPr>
                <p14:cNvContentPartPr/>
                <p14:nvPr/>
              </p14:nvContentPartPr>
              <p14:xfrm>
                <a:off x="16090820" y="10922000"/>
                <a:ext cx="103680" cy="196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3BF3F9-87BF-0BB5-CAC5-5789D116C5F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081820" y="10913000"/>
                  <a:ext cx="1213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FDFB40-B96E-9214-721D-0FCDED395F87}"/>
                    </a:ext>
                  </a:extLst>
                </p14:cNvPr>
                <p14:cNvContentPartPr/>
                <p14:nvPr/>
              </p14:nvContentPartPr>
              <p14:xfrm>
                <a:off x="16320140" y="10896440"/>
                <a:ext cx="123480" cy="161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FDFB40-B96E-9214-721D-0FCDED395F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311500" y="10887440"/>
                  <a:ext cx="141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208DFCB-754E-902A-5511-B3F58CF59249}"/>
                    </a:ext>
                  </a:extLst>
                </p14:cNvPr>
                <p14:cNvContentPartPr/>
                <p14:nvPr/>
              </p14:nvContentPartPr>
              <p14:xfrm>
                <a:off x="16497260" y="10870880"/>
                <a:ext cx="198000" cy="169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208DFCB-754E-902A-5511-B3F58CF5924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488260" y="10862240"/>
                  <a:ext cx="215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31A95FA-C7DC-7023-5C7F-C1A8864277AC}"/>
                    </a:ext>
                  </a:extLst>
                </p14:cNvPr>
                <p14:cNvContentPartPr/>
                <p14:nvPr/>
              </p14:nvContentPartPr>
              <p14:xfrm>
                <a:off x="16794260" y="10896440"/>
                <a:ext cx="99720" cy="157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31A95FA-C7DC-7023-5C7F-C1A8864277A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785260" y="10887440"/>
                  <a:ext cx="1173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479C87F-B2CD-C05B-09D6-61AE1FBB5814}"/>
                    </a:ext>
                  </a:extLst>
                </p14:cNvPr>
                <p14:cNvContentPartPr/>
                <p14:nvPr/>
              </p14:nvContentPartPr>
              <p14:xfrm>
                <a:off x="15951488" y="11233995"/>
                <a:ext cx="250560" cy="1188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479C87F-B2CD-C05B-09D6-61AE1FBB581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942848" y="11225355"/>
                  <a:ext cx="268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D42A5FC-39E5-6801-3B84-19CBA152D8EE}"/>
                    </a:ext>
                  </a:extLst>
                </p14:cNvPr>
                <p14:cNvContentPartPr/>
                <p14:nvPr/>
              </p14:nvContentPartPr>
              <p14:xfrm>
                <a:off x="16259648" y="11231835"/>
                <a:ext cx="159840" cy="100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D42A5FC-39E5-6801-3B84-19CBA152D8E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251008" y="11223195"/>
                  <a:ext cx="1774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412229-3495-33C9-0F78-20C06303BD60}"/>
                    </a:ext>
                  </a:extLst>
                </p14:cNvPr>
                <p14:cNvContentPartPr/>
                <p14:nvPr/>
              </p14:nvContentPartPr>
              <p14:xfrm>
                <a:off x="16498328" y="11205915"/>
                <a:ext cx="63360" cy="166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412229-3495-33C9-0F78-20C06303BD6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6489688" y="11197275"/>
                  <a:ext cx="81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49F774A-8CAB-6E44-48E4-63EAFB7581F4}"/>
                    </a:ext>
                  </a:extLst>
                </p14:cNvPr>
                <p14:cNvContentPartPr/>
                <p14:nvPr/>
              </p14:nvContentPartPr>
              <p14:xfrm>
                <a:off x="16631528" y="11053635"/>
                <a:ext cx="132480" cy="343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49F774A-8CAB-6E44-48E4-63EAFB7581F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622528" y="11044635"/>
                  <a:ext cx="1501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83C65B-71DB-DE09-D8DB-5327CA964D57}"/>
                    </a:ext>
                  </a:extLst>
                </p14:cNvPr>
                <p14:cNvContentPartPr/>
                <p14:nvPr/>
              </p14:nvContentPartPr>
              <p14:xfrm>
                <a:off x="16852580" y="10617080"/>
                <a:ext cx="213480" cy="839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83C65B-71DB-DE09-D8DB-5327CA964D5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43940" y="10608080"/>
                  <a:ext cx="231120" cy="85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0772403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ransform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9400"/>
            </a:lvl1pPr>
          </a:lstStyle>
          <a:p>
            <a:r>
              <a:t>Transformers</a:t>
            </a:r>
          </a:p>
        </p:txBody>
      </p:sp>
      <p:sp>
        <p:nvSpPr>
          <p:cNvPr id="2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Z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Z</a:t>
            </a:r>
          </a:p>
        </p:txBody>
      </p:sp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27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764" y="218712"/>
            <a:ext cx="22577998" cy="127001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27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5" y="17469"/>
            <a:ext cx="23129188" cy="130101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ransformers are the basis of modern LLMs"/>
          <p:cNvSpPr txBox="1">
            <a:spLocks noGrp="1"/>
          </p:cNvSpPr>
          <p:nvPr>
            <p:ph type="title"/>
          </p:nvPr>
        </p:nvSpPr>
        <p:spPr>
          <a:xfrm>
            <a:off x="3007992" y="276177"/>
            <a:ext cx="17987549" cy="3036095"/>
          </a:xfrm>
          <a:prstGeom prst="rect">
            <a:avLst/>
          </a:prstGeom>
        </p:spPr>
        <p:txBody>
          <a:bodyPr/>
          <a:lstStyle/>
          <a:p>
            <a:r>
              <a:t>Transformers are the basis of modern LLMs</a:t>
            </a:r>
          </a:p>
        </p:txBody>
      </p:sp>
      <p:pic>
        <p:nvPicPr>
          <p:cNvPr id="277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319" y="2944568"/>
            <a:ext cx="13729670" cy="9495727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https://magazine.sebastianraschka.com/p/the-big-llm-architecture-comparison"/>
          <p:cNvSpPr txBox="1"/>
          <p:nvPr/>
        </p:nvSpPr>
        <p:spPr>
          <a:xfrm>
            <a:off x="4746548" y="12719465"/>
            <a:ext cx="14510437" cy="614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>
                <a:solidFill>
                  <a:srgbClr val="929292"/>
                </a:solidFill>
              </a:defRPr>
            </a:lvl1pPr>
          </a:lstStyle>
          <a:p>
            <a:r>
              <a:t>https://magazine.sebastianraschka.com/p/the-big-llm-architecture-comparison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ransformers for Language Modeling"/>
          <p:cNvSpPr txBox="1">
            <a:spLocks noGrp="1"/>
          </p:cNvSpPr>
          <p:nvPr>
            <p:ph type="title"/>
          </p:nvPr>
        </p:nvSpPr>
        <p:spPr>
          <a:xfrm>
            <a:off x="2389207" y="27617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Transformers for Language Modeling</a:t>
            </a:r>
          </a:p>
        </p:txBody>
      </p:sp>
      <p:pic>
        <p:nvPicPr>
          <p:cNvPr id="28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332" y="10428220"/>
            <a:ext cx="7626665" cy="543741"/>
          </a:xfrm>
          <a:prstGeom prst="rect">
            <a:avLst/>
          </a:prstGeom>
          <a:ln w="12700">
            <a:miter lim="400000"/>
          </a:ln>
        </p:spPr>
      </p:pic>
      <p:sp>
        <p:nvSpPr>
          <p:cNvPr id="282" name="Group"/>
          <p:cNvSpPr txBox="1"/>
          <p:nvPr/>
        </p:nvSpPr>
        <p:spPr>
          <a:xfrm>
            <a:off x="1211022" y="9743186"/>
            <a:ext cx="14738514" cy="3558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 defTabSz="665440">
              <a:spcBef>
                <a:spcPts val="1100"/>
              </a:spcBef>
              <a:defRPr sz="3078">
                <a:solidFill>
                  <a:schemeClr val="accent5">
                    <a:lumOff val="-29866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Notes</a:t>
            </a:r>
          </a:p>
          <a:p>
            <a:pPr marL="488632" indent="-488632" algn="l" defTabSz="665440">
              <a:spcBef>
                <a:spcPts val="1100"/>
              </a:spcBef>
              <a:buSzPct val="145000"/>
              <a:buChar char="•"/>
              <a:defRPr sz="3078">
                <a:latin typeface="Georgia"/>
                <a:ea typeface="Georgia"/>
                <a:cs typeface="Georgia"/>
                <a:sym typeface="Georgia"/>
              </a:defRPr>
            </a:pPr>
            <a:r>
              <a:t>Transformers can’t actually handle arbitrary length</a:t>
            </a:r>
          </a:p>
          <a:p>
            <a:pPr marL="488632" indent="-488632" algn="l" defTabSz="665440">
              <a:spcBef>
                <a:spcPts val="1100"/>
              </a:spcBef>
              <a:buSzPct val="145000"/>
              <a:buChar char="•"/>
              <a:defRPr sz="3078">
                <a:latin typeface="Georgia"/>
                <a:ea typeface="Georgia"/>
                <a:cs typeface="Georgia"/>
                <a:sym typeface="Georgia"/>
              </a:defRPr>
            </a:pPr>
            <a:r>
              <a:t>But they are built up with modules that share weights</a:t>
            </a:r>
          </a:p>
          <a:p>
            <a:pPr marL="488632" indent="-488632" algn="l" defTabSz="665440">
              <a:spcBef>
                <a:spcPts val="1100"/>
              </a:spcBef>
              <a:buSzPct val="145000"/>
              <a:buChar char="•"/>
              <a:defRPr sz="3078">
                <a:latin typeface="Georgia"/>
                <a:ea typeface="Georgia"/>
                <a:cs typeface="Georgia"/>
                <a:sym typeface="Georgia"/>
              </a:defRPr>
            </a:pPr>
            <a:r>
              <a:t>They have self-attention that allow them to have better representations of context</a:t>
            </a:r>
          </a:p>
          <a:p>
            <a:pPr marL="488632" indent="-488632" algn="l" defTabSz="665440">
              <a:spcBef>
                <a:spcPts val="1100"/>
              </a:spcBef>
              <a:buSzPct val="145000"/>
              <a:buChar char="•"/>
              <a:defRPr sz="3078">
                <a:latin typeface="Georgia"/>
                <a:ea typeface="Georgia"/>
                <a:cs typeface="Georgia"/>
                <a:sym typeface="Georgia"/>
              </a:defRPr>
            </a:pPr>
            <a:r>
              <a:t>They can be parallelized and trained on large amounts of data</a:t>
            </a:r>
          </a:p>
        </p:txBody>
      </p:sp>
      <p:sp>
        <p:nvSpPr>
          <p:cNvPr id="283" name="Transformer"/>
          <p:cNvSpPr/>
          <p:nvPr/>
        </p:nvSpPr>
        <p:spPr>
          <a:xfrm>
            <a:off x="13294531" y="4784109"/>
            <a:ext cx="7886967" cy="2677141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635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Transformer</a:t>
            </a:r>
          </a:p>
        </p:txBody>
      </p:sp>
      <p:sp>
        <p:nvSpPr>
          <p:cNvPr id="284" name="SOS"/>
          <p:cNvSpPr/>
          <p:nvPr/>
        </p:nvSpPr>
        <p:spPr>
          <a:xfrm>
            <a:off x="13450713" y="8883848"/>
            <a:ext cx="1083238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SOS</a:t>
            </a:r>
          </a:p>
        </p:txBody>
      </p:sp>
      <p:sp>
        <p:nvSpPr>
          <p:cNvPr id="285" name="the"/>
          <p:cNvSpPr/>
          <p:nvPr/>
        </p:nvSpPr>
        <p:spPr>
          <a:xfrm>
            <a:off x="14846696" y="8883848"/>
            <a:ext cx="1083238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the</a:t>
            </a:r>
          </a:p>
        </p:txBody>
      </p:sp>
      <p:sp>
        <p:nvSpPr>
          <p:cNvPr id="286" name="students"/>
          <p:cNvSpPr/>
          <p:nvPr/>
        </p:nvSpPr>
        <p:spPr>
          <a:xfrm>
            <a:off x="16242681" y="8883848"/>
            <a:ext cx="1990667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students</a:t>
            </a:r>
          </a:p>
        </p:txBody>
      </p:sp>
      <p:sp>
        <p:nvSpPr>
          <p:cNvPr id="287" name="opened"/>
          <p:cNvSpPr/>
          <p:nvPr/>
        </p:nvSpPr>
        <p:spPr>
          <a:xfrm>
            <a:off x="18702277" y="8883848"/>
            <a:ext cx="1990667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opened</a:t>
            </a:r>
          </a:p>
        </p:txBody>
      </p:sp>
      <p:sp>
        <p:nvSpPr>
          <p:cNvPr id="288" name="Line"/>
          <p:cNvSpPr/>
          <p:nvPr/>
        </p:nvSpPr>
        <p:spPr>
          <a:xfrm flipH="1" flipV="1">
            <a:off x="13982586" y="74931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89" name="Line"/>
          <p:cNvSpPr/>
          <p:nvPr/>
        </p:nvSpPr>
        <p:spPr>
          <a:xfrm flipH="1" flipV="1">
            <a:off x="15385327" y="74931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0" name="Line"/>
          <p:cNvSpPr/>
          <p:nvPr/>
        </p:nvSpPr>
        <p:spPr>
          <a:xfrm flipH="1" flipV="1">
            <a:off x="17235025" y="74931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1" name="Line"/>
          <p:cNvSpPr/>
          <p:nvPr/>
        </p:nvSpPr>
        <p:spPr>
          <a:xfrm flipH="1" flipV="1">
            <a:off x="19694622" y="74931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2" name="Line"/>
          <p:cNvSpPr/>
          <p:nvPr/>
        </p:nvSpPr>
        <p:spPr>
          <a:xfrm flipH="1" flipV="1">
            <a:off x="13847639" y="4164579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3" name="Line"/>
          <p:cNvSpPr/>
          <p:nvPr/>
        </p:nvSpPr>
        <p:spPr>
          <a:xfrm flipH="1" flipV="1">
            <a:off x="15385327" y="4164579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4" name="Line"/>
          <p:cNvSpPr/>
          <p:nvPr/>
        </p:nvSpPr>
        <p:spPr>
          <a:xfrm flipH="1" flipV="1">
            <a:off x="17235025" y="4164579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95" name="Line"/>
          <p:cNvSpPr/>
          <p:nvPr/>
        </p:nvSpPr>
        <p:spPr>
          <a:xfrm flipH="1" flipV="1">
            <a:off x="19694622" y="4164579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9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1872" y="1301667"/>
            <a:ext cx="2391476" cy="251624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02" name="Group"/>
          <p:cNvGrpSpPr/>
          <p:nvPr/>
        </p:nvGrpSpPr>
        <p:grpSpPr>
          <a:xfrm>
            <a:off x="13191875" y="3858834"/>
            <a:ext cx="1317507" cy="264826"/>
            <a:chOff x="0" y="0"/>
            <a:chExt cx="1317506" cy="264825"/>
          </a:xfrm>
        </p:grpSpPr>
        <p:sp>
          <p:nvSpPr>
            <p:cNvPr id="297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8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5000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299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442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0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1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7036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08" name="Group"/>
          <p:cNvGrpSpPr/>
          <p:nvPr/>
        </p:nvGrpSpPr>
        <p:grpSpPr>
          <a:xfrm>
            <a:off x="14729562" y="3858834"/>
            <a:ext cx="1317508" cy="264826"/>
            <a:chOff x="0" y="0"/>
            <a:chExt cx="1317506" cy="264825"/>
          </a:xfrm>
        </p:grpSpPr>
        <p:sp>
          <p:nvSpPr>
            <p:cNvPr id="303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918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4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80169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5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8897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6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6681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07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3228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14" name="Group"/>
          <p:cNvGrpSpPr/>
          <p:nvPr/>
        </p:nvGrpSpPr>
        <p:grpSpPr>
          <a:xfrm>
            <a:off x="16579260" y="3858834"/>
            <a:ext cx="1317508" cy="264826"/>
            <a:chOff x="0" y="0"/>
            <a:chExt cx="1317506" cy="264825"/>
          </a:xfrm>
        </p:grpSpPr>
        <p:sp>
          <p:nvSpPr>
            <p:cNvPr id="309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5089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0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775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1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325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2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82829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3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20" name="Group"/>
          <p:cNvGrpSpPr/>
          <p:nvPr/>
        </p:nvGrpSpPr>
        <p:grpSpPr>
          <a:xfrm>
            <a:off x="19038858" y="3858834"/>
            <a:ext cx="1317507" cy="264826"/>
            <a:chOff x="0" y="0"/>
            <a:chExt cx="1317506" cy="264825"/>
          </a:xfrm>
        </p:grpSpPr>
        <p:sp>
          <p:nvSpPr>
            <p:cNvPr id="315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6893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6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346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7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6543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8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3511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19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8845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321" name="Line"/>
          <p:cNvSpPr/>
          <p:nvPr/>
        </p:nvSpPr>
        <p:spPr>
          <a:xfrm flipH="1" flipV="1">
            <a:off x="14020686" y="83440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2" name="Line"/>
          <p:cNvSpPr/>
          <p:nvPr/>
        </p:nvSpPr>
        <p:spPr>
          <a:xfrm flipH="1" flipV="1">
            <a:off x="15423427" y="83440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3" name="Line"/>
          <p:cNvSpPr/>
          <p:nvPr/>
        </p:nvSpPr>
        <p:spPr>
          <a:xfrm flipH="1" flipV="1">
            <a:off x="17273125" y="83440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24" name="Line"/>
          <p:cNvSpPr/>
          <p:nvPr/>
        </p:nvSpPr>
        <p:spPr>
          <a:xfrm flipH="1" flipV="1">
            <a:off x="19732722" y="83440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330" name="Group"/>
          <p:cNvGrpSpPr/>
          <p:nvPr/>
        </p:nvGrpSpPr>
        <p:grpSpPr>
          <a:xfrm>
            <a:off x="13326822" y="8090896"/>
            <a:ext cx="1317507" cy="264826"/>
            <a:chOff x="0" y="0"/>
            <a:chExt cx="1317506" cy="264825"/>
          </a:xfrm>
        </p:grpSpPr>
        <p:sp>
          <p:nvSpPr>
            <p:cNvPr id="325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659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26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6379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27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9030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28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3511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29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1942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36" name="Group"/>
          <p:cNvGrpSpPr/>
          <p:nvPr/>
        </p:nvGrpSpPr>
        <p:grpSpPr>
          <a:xfrm>
            <a:off x="14767662" y="8081579"/>
            <a:ext cx="1317508" cy="264826"/>
            <a:chOff x="0" y="0"/>
            <a:chExt cx="1317506" cy="264825"/>
          </a:xfrm>
        </p:grpSpPr>
        <p:sp>
          <p:nvSpPr>
            <p:cNvPr id="331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057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2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92229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3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057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4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7548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5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77223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42" name="Group"/>
          <p:cNvGrpSpPr/>
          <p:nvPr/>
        </p:nvGrpSpPr>
        <p:grpSpPr>
          <a:xfrm>
            <a:off x="16617360" y="8090896"/>
            <a:ext cx="1317508" cy="264826"/>
            <a:chOff x="0" y="0"/>
            <a:chExt cx="1317506" cy="264825"/>
          </a:xfrm>
        </p:grpSpPr>
        <p:sp>
          <p:nvSpPr>
            <p:cNvPr id="337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4892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8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81059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39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964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0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8564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1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5853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348" name="Group"/>
          <p:cNvGrpSpPr/>
          <p:nvPr/>
        </p:nvGrpSpPr>
        <p:grpSpPr>
          <a:xfrm>
            <a:off x="19038858" y="8081579"/>
            <a:ext cx="1317507" cy="264826"/>
            <a:chOff x="0" y="0"/>
            <a:chExt cx="1317506" cy="264825"/>
          </a:xfrm>
        </p:grpSpPr>
        <p:sp>
          <p:nvSpPr>
            <p:cNvPr id="343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64766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4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976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5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942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6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83874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47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4512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349" name="Self-attention neural module that transforms…"/>
          <p:cNvSpPr txBox="1"/>
          <p:nvPr/>
        </p:nvSpPr>
        <p:spPr>
          <a:xfrm>
            <a:off x="2680682" y="5415845"/>
            <a:ext cx="9858475" cy="1413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Self-attention neural module that transforms </a:t>
            </a:r>
          </a:p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token representation via many layers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ransform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Transformers</a:t>
            </a:r>
          </a:p>
        </p:txBody>
      </p:sp>
      <p:sp>
        <p:nvSpPr>
          <p:cNvPr id="352" name="NIPS’17: Attention is All You Need…"/>
          <p:cNvSpPr txBox="1">
            <a:spLocks noGrp="1"/>
          </p:cNvSpPr>
          <p:nvPr>
            <p:ph type="body" sz="half" idx="1"/>
          </p:nvPr>
        </p:nvSpPr>
        <p:spPr>
          <a:xfrm>
            <a:off x="4721338" y="3082385"/>
            <a:ext cx="9492162" cy="7962790"/>
          </a:xfrm>
          <a:prstGeom prst="rect">
            <a:avLst/>
          </a:prstGeom>
        </p:spPr>
        <p:txBody>
          <a:bodyPr/>
          <a:lstStyle/>
          <a:p>
            <a:r>
              <a:t>NIPS’17: Attention is All You Need</a:t>
            </a:r>
          </a:p>
          <a:p>
            <a:pPr marL="527843" indent="-527843"/>
            <a:r>
              <a:t>Originally proposed for NMT (</a:t>
            </a:r>
            <a:r>
              <a:rPr>
                <a:solidFill>
                  <a:srgbClr val="668B5A"/>
                </a:solidFill>
              </a:rPr>
              <a:t>encoder</a:t>
            </a:r>
            <a:r>
              <a:t>-</a:t>
            </a:r>
            <a:r>
              <a:rPr>
                <a:solidFill>
                  <a:srgbClr val="A06381"/>
                </a:solidFill>
              </a:rPr>
              <a:t>decoder</a:t>
            </a:r>
            <a:r>
              <a:t> framework)</a:t>
            </a:r>
          </a:p>
          <a:p>
            <a:pPr marL="527843" indent="-527843"/>
            <a:r>
              <a:t>Used in most LLMs!</a:t>
            </a:r>
          </a:p>
          <a:p>
            <a:r>
              <a:t>Key idea: </a:t>
            </a:r>
            <a:r>
              <a:rPr b="1">
                <a:solidFill>
                  <a:schemeClr val="accent5">
                    <a:lumOff val="-29866"/>
                  </a:schemeClr>
                </a:solidFill>
              </a:rPr>
              <a:t>Multi-head self-attention</a:t>
            </a:r>
          </a:p>
          <a:p>
            <a:r>
              <a:t>No recurrence structure any more so it trains much faster</a:t>
            </a:r>
          </a:p>
        </p:txBody>
      </p:sp>
      <p:pic>
        <p:nvPicPr>
          <p:cNvPr id="353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14374" y="1964134"/>
            <a:ext cx="6639222" cy="97875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6" name="Group"/>
          <p:cNvGrpSpPr/>
          <p:nvPr/>
        </p:nvGrpSpPr>
        <p:grpSpPr>
          <a:xfrm>
            <a:off x="15812965" y="1698050"/>
            <a:ext cx="3373341" cy="11013835"/>
            <a:chOff x="0" y="0"/>
            <a:chExt cx="3373340" cy="11013833"/>
          </a:xfrm>
        </p:grpSpPr>
        <p:sp>
          <p:nvSpPr>
            <p:cNvPr id="354" name="Rounded Rectangle"/>
            <p:cNvSpPr/>
            <p:nvPr/>
          </p:nvSpPr>
          <p:spPr>
            <a:xfrm>
              <a:off x="0" y="0"/>
              <a:ext cx="3373341" cy="11013834"/>
            </a:xfrm>
            <a:prstGeom prst="roundRect">
              <a:avLst>
                <a:gd name="adj" fmla="val 15000"/>
              </a:avLst>
            </a:prstGeom>
            <a:solidFill>
              <a:srgbClr val="C1F5B1">
                <a:alpha val="3107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55" name="Encoder"/>
            <p:cNvSpPr txBox="1"/>
            <p:nvPr/>
          </p:nvSpPr>
          <p:spPr>
            <a:xfrm>
              <a:off x="722630" y="10005397"/>
              <a:ext cx="2246047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668B5A"/>
                  </a:solidFill>
                </a:defRPr>
              </a:lvl1pPr>
            </a:lstStyle>
            <a:p>
              <a:r>
                <a:t>Encoder</a:t>
              </a:r>
            </a:p>
          </p:txBody>
        </p:sp>
      </p:grpSp>
      <p:grpSp>
        <p:nvGrpSpPr>
          <p:cNvPr id="359" name="Group"/>
          <p:cNvGrpSpPr/>
          <p:nvPr/>
        </p:nvGrpSpPr>
        <p:grpSpPr>
          <a:xfrm>
            <a:off x="19354924" y="1731733"/>
            <a:ext cx="3373341" cy="10921069"/>
            <a:chOff x="0" y="0"/>
            <a:chExt cx="3373340" cy="10921068"/>
          </a:xfrm>
        </p:grpSpPr>
        <p:sp>
          <p:nvSpPr>
            <p:cNvPr id="357" name="Rounded Rectangle"/>
            <p:cNvSpPr/>
            <p:nvPr/>
          </p:nvSpPr>
          <p:spPr>
            <a:xfrm>
              <a:off x="0" y="0"/>
              <a:ext cx="3373341" cy="10921069"/>
            </a:xfrm>
            <a:prstGeom prst="roundRect">
              <a:avLst>
                <a:gd name="adj" fmla="val 15000"/>
              </a:avLst>
            </a:prstGeom>
            <a:solidFill>
              <a:srgbClr val="FBB8D9">
                <a:alpha val="2031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58" name="Decoder"/>
            <p:cNvSpPr txBox="1"/>
            <p:nvPr/>
          </p:nvSpPr>
          <p:spPr>
            <a:xfrm>
              <a:off x="542972" y="9959014"/>
              <a:ext cx="2287398" cy="7876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A06381"/>
                  </a:solidFill>
                </a:defRPr>
              </a:lvl1pPr>
            </a:lstStyle>
            <a:p>
              <a:r>
                <a:t>Decoder</a:t>
              </a:r>
            </a:p>
          </p:txBody>
        </p:sp>
      </p:grpSp>
      <p:sp>
        <p:nvSpPr>
          <p:cNvPr id="3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" grpId="0" build="p" bldLvl="5" animBg="1" advAuto="0"/>
      <p:bldP spid="353" grpId="0" animBg="1" advAuto="0"/>
      <p:bldP spid="356" grpId="0" animBg="1" advAuto="0"/>
      <p:bldP spid="359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Understanding transformers"/>
          <p:cNvSpPr txBox="1">
            <a:spLocks noGrp="1"/>
          </p:cNvSpPr>
          <p:nvPr>
            <p:ph type="title"/>
          </p:nvPr>
        </p:nvSpPr>
        <p:spPr>
          <a:xfrm>
            <a:off x="1662872" y="382990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Understanding transformers</a:t>
            </a:r>
          </a:p>
        </p:txBody>
      </p:sp>
      <p:sp>
        <p:nvSpPr>
          <p:cNvPr id="363" name="From attention to self-attention…"/>
          <p:cNvSpPr txBox="1">
            <a:spLocks noGrp="1"/>
          </p:cNvSpPr>
          <p:nvPr>
            <p:ph type="body" sz="half" idx="1"/>
          </p:nvPr>
        </p:nvSpPr>
        <p:spPr>
          <a:xfrm>
            <a:off x="4721338" y="3082385"/>
            <a:ext cx="9492162" cy="7962790"/>
          </a:xfrm>
          <a:prstGeom prst="rect">
            <a:avLst/>
          </a:prstGeom>
        </p:spPr>
        <p:txBody>
          <a:bodyPr/>
          <a:lstStyle/>
          <a:p>
            <a:r>
              <a:t>From attention to self-attention</a:t>
            </a:r>
          </a:p>
          <a:p>
            <a:r>
              <a:t>From self-attention t0 multi-headed self-attention</a:t>
            </a:r>
          </a:p>
          <a:p>
            <a:r>
              <a:t>Transformer encoder </a:t>
            </a:r>
          </a:p>
          <a:p>
            <a:r>
              <a:t>Transformer decoder</a:t>
            </a:r>
          </a:p>
          <a:p>
            <a:r>
              <a:t>Putting the pieces together</a:t>
            </a:r>
          </a:p>
        </p:txBody>
      </p:sp>
      <p:pic>
        <p:nvPicPr>
          <p:cNvPr id="364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14374" y="1964134"/>
            <a:ext cx="6639222" cy="97875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67" name="Group"/>
          <p:cNvGrpSpPr/>
          <p:nvPr/>
        </p:nvGrpSpPr>
        <p:grpSpPr>
          <a:xfrm>
            <a:off x="15812965" y="1698050"/>
            <a:ext cx="3373341" cy="11013835"/>
            <a:chOff x="0" y="0"/>
            <a:chExt cx="3373340" cy="11013833"/>
          </a:xfrm>
        </p:grpSpPr>
        <p:sp>
          <p:nvSpPr>
            <p:cNvPr id="365" name="Rounded Rectangle"/>
            <p:cNvSpPr/>
            <p:nvPr/>
          </p:nvSpPr>
          <p:spPr>
            <a:xfrm>
              <a:off x="0" y="0"/>
              <a:ext cx="3373341" cy="11013834"/>
            </a:xfrm>
            <a:prstGeom prst="roundRect">
              <a:avLst>
                <a:gd name="adj" fmla="val 15000"/>
              </a:avLst>
            </a:prstGeom>
            <a:solidFill>
              <a:srgbClr val="C1F5B1">
                <a:alpha val="31074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66" name="Encoder"/>
            <p:cNvSpPr txBox="1"/>
            <p:nvPr/>
          </p:nvSpPr>
          <p:spPr>
            <a:xfrm>
              <a:off x="722630" y="10005397"/>
              <a:ext cx="2246047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668B5A"/>
                  </a:solidFill>
                </a:defRPr>
              </a:lvl1pPr>
            </a:lstStyle>
            <a:p>
              <a:r>
                <a:t>Encoder</a:t>
              </a:r>
            </a:p>
          </p:txBody>
        </p:sp>
      </p:grpSp>
      <p:grpSp>
        <p:nvGrpSpPr>
          <p:cNvPr id="370" name="Group"/>
          <p:cNvGrpSpPr/>
          <p:nvPr/>
        </p:nvGrpSpPr>
        <p:grpSpPr>
          <a:xfrm>
            <a:off x="19354924" y="1731733"/>
            <a:ext cx="3373341" cy="10921069"/>
            <a:chOff x="0" y="0"/>
            <a:chExt cx="3373340" cy="10921068"/>
          </a:xfrm>
        </p:grpSpPr>
        <p:sp>
          <p:nvSpPr>
            <p:cNvPr id="368" name="Rounded Rectangle"/>
            <p:cNvSpPr/>
            <p:nvPr/>
          </p:nvSpPr>
          <p:spPr>
            <a:xfrm>
              <a:off x="0" y="0"/>
              <a:ext cx="3373341" cy="10921069"/>
            </a:xfrm>
            <a:prstGeom prst="roundRect">
              <a:avLst>
                <a:gd name="adj" fmla="val 15000"/>
              </a:avLst>
            </a:prstGeom>
            <a:solidFill>
              <a:srgbClr val="FBB8D9">
                <a:alpha val="20317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69" name="Decoder"/>
            <p:cNvSpPr txBox="1"/>
            <p:nvPr/>
          </p:nvSpPr>
          <p:spPr>
            <a:xfrm>
              <a:off x="542972" y="9959014"/>
              <a:ext cx="2287398" cy="7876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>
                  <a:solidFill>
                    <a:srgbClr val="A06381"/>
                  </a:solidFill>
                </a:defRPr>
              </a:lvl1pPr>
            </a:lstStyle>
            <a:p>
              <a:r>
                <a:t>Decoder</a:t>
              </a:r>
            </a:p>
          </p:txBody>
        </p:sp>
      </p:grpSp>
      <p:sp>
        <p:nvSpPr>
          <p:cNvPr id="3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" grpId="0" build="p" bldLvl="5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014374" y="1976834"/>
            <a:ext cx="6639222" cy="9787550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Multi-head self-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Multi-head self-attention</a:t>
            </a:r>
          </a:p>
        </p:txBody>
      </p:sp>
      <p:sp>
        <p:nvSpPr>
          <p:cNvPr id="375" name="Rounded Rectangle"/>
          <p:cNvSpPr/>
          <p:nvPr/>
        </p:nvSpPr>
        <p:spPr>
          <a:xfrm>
            <a:off x="19315177" y="1969826"/>
            <a:ext cx="3373342" cy="10921069"/>
          </a:xfrm>
          <a:prstGeom prst="roundRect">
            <a:avLst>
              <a:gd name="adj" fmla="val 15000"/>
            </a:avLst>
          </a:prstGeom>
          <a:solidFill>
            <a:srgbClr val="FFFFFF">
              <a:alpha val="88846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sp>
        <p:nvSpPr>
          <p:cNvPr id="377" name="Each Transformer block has two-sublayers…"/>
          <p:cNvSpPr txBox="1">
            <a:spLocks noGrp="1"/>
          </p:cNvSpPr>
          <p:nvPr>
            <p:ph type="body" sz="half" idx="1"/>
          </p:nvPr>
        </p:nvSpPr>
        <p:spPr>
          <a:xfrm>
            <a:off x="2869989" y="3082385"/>
            <a:ext cx="11343511" cy="7962790"/>
          </a:xfrm>
          <a:prstGeom prst="rect">
            <a:avLst/>
          </a:prstGeom>
        </p:spPr>
        <p:txBody>
          <a:bodyPr/>
          <a:lstStyle/>
          <a:p>
            <a:pPr marL="527843" indent="-527843"/>
            <a:r>
              <a:t>Each Transformer block has two-sublayers</a:t>
            </a:r>
          </a:p>
          <a:p>
            <a:pPr marL="972343" lvl="1" indent="-527843"/>
            <a:r>
              <a:t>Multi-Head self-attention</a:t>
            </a:r>
          </a:p>
          <a:p>
            <a:pPr marL="972343" lvl="1" indent="-527843"/>
            <a:r>
              <a:t>2 layer feedforward NN (with ReLU)</a:t>
            </a:r>
          </a:p>
          <a:p>
            <a:pPr marL="527843" indent="-527843"/>
            <a:endParaRPr/>
          </a:p>
          <a:p>
            <a:pPr marL="527843" indent="-527843"/>
            <a:r>
              <a:t>Each sublayer has a residual connection and a layer normalization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972343" lvl="1" indent="-527843"/>
            <a:r>
              <a:t>LayerNorm(x+SubLayer(x))</a:t>
            </a:r>
            <a:endParaRPr sz="1200"/>
          </a:p>
          <a:p>
            <a:pPr marL="972343" lvl="1" indent="-527843"/>
            <a:endParaRPr sz="1200"/>
          </a:p>
          <a:p>
            <a:pPr marL="527843" indent="-527843"/>
            <a:r>
              <a:t>Input layer has a positional encoding</a:t>
            </a:r>
          </a:p>
        </p:txBody>
      </p:sp>
      <p:pic>
        <p:nvPicPr>
          <p:cNvPr id="37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307" y="7557006"/>
            <a:ext cx="3538599" cy="13523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3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" grpId="0" animBg="1" advAuto="0"/>
      <p:bldP spid="377" grpId="0" build="p" bldLvl="5" animBg="1" advAuto="0"/>
      <p:bldP spid="378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627814" y="5479487"/>
            <a:ext cx="3367555" cy="6127508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Multi-head self-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Multi-head self-attention</a:t>
            </a:r>
          </a:p>
        </p:txBody>
      </p:sp>
      <p:grpSp>
        <p:nvGrpSpPr>
          <p:cNvPr id="385" name="Group"/>
          <p:cNvGrpSpPr/>
          <p:nvPr/>
        </p:nvGrpSpPr>
        <p:grpSpPr>
          <a:xfrm>
            <a:off x="3716473" y="3213600"/>
            <a:ext cx="8941198" cy="9094519"/>
            <a:chOff x="-62" y="0"/>
            <a:chExt cx="8941196" cy="9094517"/>
          </a:xfrm>
        </p:grpSpPr>
        <p:sp>
          <p:nvSpPr>
            <p:cNvPr id="382" name="Callout"/>
            <p:cNvSpPr/>
            <p:nvPr/>
          </p:nvSpPr>
          <p:spPr>
            <a:xfrm>
              <a:off x="-63" y="1259411"/>
              <a:ext cx="8941198" cy="7835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65" y="0"/>
                  </a:moveTo>
                  <a:cubicBezTo>
                    <a:pt x="17566" y="0"/>
                    <a:pt x="17648" y="93"/>
                    <a:pt x="17648" y="209"/>
                  </a:cubicBezTo>
                  <a:lnTo>
                    <a:pt x="17648" y="10176"/>
                  </a:lnTo>
                  <a:lnTo>
                    <a:pt x="21600" y="10977"/>
                  </a:lnTo>
                  <a:lnTo>
                    <a:pt x="17648" y="11777"/>
                  </a:lnTo>
                  <a:lnTo>
                    <a:pt x="17648" y="21391"/>
                  </a:lnTo>
                  <a:cubicBezTo>
                    <a:pt x="17648" y="21507"/>
                    <a:pt x="17566" y="21600"/>
                    <a:pt x="17465" y="21600"/>
                  </a:cubicBezTo>
                  <a:lnTo>
                    <a:pt x="183" y="21600"/>
                  </a:lnTo>
                  <a:cubicBezTo>
                    <a:pt x="82" y="21600"/>
                    <a:pt x="0" y="21507"/>
                    <a:pt x="0" y="21391"/>
                  </a:cubicBezTo>
                  <a:lnTo>
                    <a:pt x="0" y="209"/>
                  </a:lnTo>
                  <a:cubicBezTo>
                    <a:pt x="0" y="93"/>
                    <a:pt x="82" y="0"/>
                    <a:pt x="183" y="0"/>
                  </a:cubicBezTo>
                  <a:lnTo>
                    <a:pt x="17465" y="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383" name="Screen Shot 2020-03-14 at 7.53.37 PM.png" descr="Screen Shot 2020-03-14 at 7.53.37 PM.png"/>
            <p:cNvPicPr>
              <a:picLocks noChangeAspect="1"/>
            </p:cNvPicPr>
            <p:nvPr/>
          </p:nvPicPr>
          <p:blipFill>
            <a:blip r:embed="rId3"/>
            <a:srcRect l="16054" t="15226" r="16054" b="3142"/>
            <a:stretch>
              <a:fillRect/>
            </a:stretch>
          </p:blipFill>
          <p:spPr>
            <a:xfrm>
              <a:off x="933420" y="1627711"/>
              <a:ext cx="4828122" cy="70988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4" name="Scaled Dot-Product Attention"/>
            <p:cNvSpPr txBox="1"/>
            <p:nvPr/>
          </p:nvSpPr>
          <p:spPr>
            <a:xfrm>
              <a:off x="527460" y="0"/>
              <a:ext cx="6704656" cy="11015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defTabSz="616148">
                <a:defRPr sz="3900"/>
              </a:lvl1pPr>
            </a:lstStyle>
            <a:p>
              <a:r>
                <a:t>Scaled Dot-Product Attention</a:t>
              </a:r>
            </a:p>
          </p:txBody>
        </p:sp>
      </p:grpSp>
      <p:grpSp>
        <p:nvGrpSpPr>
          <p:cNvPr id="391" name="Group"/>
          <p:cNvGrpSpPr/>
          <p:nvPr/>
        </p:nvGrpSpPr>
        <p:grpSpPr>
          <a:xfrm>
            <a:off x="12015566" y="3213600"/>
            <a:ext cx="8945960" cy="9037527"/>
            <a:chOff x="-62" y="0"/>
            <a:chExt cx="8945959" cy="9037525"/>
          </a:xfrm>
        </p:grpSpPr>
        <p:grpSp>
          <p:nvGrpSpPr>
            <p:cNvPr id="389" name="Group"/>
            <p:cNvGrpSpPr/>
            <p:nvPr/>
          </p:nvGrpSpPr>
          <p:grpSpPr>
            <a:xfrm>
              <a:off x="-63" y="-1"/>
              <a:ext cx="8945961" cy="9037527"/>
              <a:chOff x="-62" y="0"/>
              <a:chExt cx="8945959" cy="9037525"/>
            </a:xfrm>
          </p:grpSpPr>
          <p:sp>
            <p:nvSpPr>
              <p:cNvPr id="386" name="Callout"/>
              <p:cNvSpPr/>
              <p:nvPr/>
            </p:nvSpPr>
            <p:spPr>
              <a:xfrm>
                <a:off x="-63" y="1202419"/>
                <a:ext cx="8945961" cy="78351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456" y="0"/>
                    </a:moveTo>
                    <a:cubicBezTo>
                      <a:pt x="17557" y="0"/>
                      <a:pt x="17639" y="93"/>
                      <a:pt x="17639" y="209"/>
                    </a:cubicBezTo>
                    <a:lnTo>
                      <a:pt x="17639" y="9450"/>
                    </a:lnTo>
                    <a:lnTo>
                      <a:pt x="21600" y="10250"/>
                    </a:lnTo>
                    <a:lnTo>
                      <a:pt x="17639" y="11049"/>
                    </a:lnTo>
                    <a:lnTo>
                      <a:pt x="17639" y="21391"/>
                    </a:lnTo>
                    <a:cubicBezTo>
                      <a:pt x="17639" y="21507"/>
                      <a:pt x="17557" y="21600"/>
                      <a:pt x="17456" y="21600"/>
                    </a:cubicBezTo>
                    <a:lnTo>
                      <a:pt x="183" y="21600"/>
                    </a:lnTo>
                    <a:cubicBezTo>
                      <a:pt x="82" y="21600"/>
                      <a:pt x="0" y="21507"/>
                      <a:pt x="0" y="21391"/>
                    </a:cubicBezTo>
                    <a:lnTo>
                      <a:pt x="0" y="209"/>
                    </a:lnTo>
                    <a:cubicBezTo>
                      <a:pt x="0" y="93"/>
                      <a:pt x="82" y="0"/>
                      <a:pt x="183" y="0"/>
                    </a:cubicBezTo>
                    <a:lnTo>
                      <a:pt x="17456" y="0"/>
                    </a:lnTo>
                    <a:close/>
                  </a:path>
                </a:pathLst>
              </a:custGeom>
              <a:noFill/>
              <a:ln w="63500" cap="flat">
                <a:solidFill>
                  <a:schemeClr val="accent1">
                    <a:hueOff val="114395"/>
                    <a:lumOff val="-249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387" name="Screen Shot 2020-03-14 at 7.53.44 PM.png" descr="Screen Shot 2020-03-14 at 7.53.44 PM.png"/>
              <p:cNvPicPr>
                <a:picLocks noChangeAspect="1"/>
              </p:cNvPicPr>
              <p:nvPr/>
            </p:nvPicPr>
            <p:blipFill>
              <a:blip r:embed="rId4"/>
              <a:srcRect l="6758" t="9672" r="2523"/>
              <a:stretch>
                <a:fillRect/>
              </a:stretch>
            </p:blipFill>
            <p:spPr>
              <a:xfrm>
                <a:off x="365764" y="1952156"/>
                <a:ext cx="5424415" cy="67548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388" name="self-attention"/>
              <p:cNvSpPr txBox="1"/>
              <p:nvPr/>
            </p:nvSpPr>
            <p:spPr>
              <a:xfrm>
                <a:off x="587078" y="0"/>
                <a:ext cx="5321940" cy="11015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rmAutofit/>
              </a:bodyPr>
              <a:lstStyle>
                <a:lvl1pPr>
                  <a:defRPr sz="5200"/>
                </a:lvl1pPr>
              </a:lstStyle>
              <a:p>
                <a:r>
                  <a:t>self-attention</a:t>
                </a:r>
              </a:p>
            </p:txBody>
          </p:sp>
        </p:grpSp>
        <p:sp>
          <p:nvSpPr>
            <p:cNvPr id="390" name="Multiple…"/>
            <p:cNvSpPr txBox="1"/>
            <p:nvPr/>
          </p:nvSpPr>
          <p:spPr>
            <a:xfrm>
              <a:off x="5127019" y="2596489"/>
              <a:ext cx="1750414" cy="17295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defTabSz="813315">
                <a:defRPr sz="3564"/>
              </a:pPr>
              <a:r>
                <a:t>Multiple</a:t>
              </a:r>
            </a:p>
            <a:p>
              <a:pPr defTabSz="813315">
                <a:defRPr sz="3564"/>
              </a:pPr>
              <a:r>
                <a:t>Heads</a:t>
              </a:r>
            </a:p>
          </p:txBody>
        </p:sp>
      </p:grpSp>
      <p:sp>
        <p:nvSpPr>
          <p:cNvPr id="3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39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88" y="12742891"/>
            <a:ext cx="6692901" cy="495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" grpId="0" animBg="1" advAuto="0"/>
      <p:bldP spid="391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Recall: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Recall: attention</a:t>
            </a:r>
          </a:p>
        </p:txBody>
      </p:sp>
      <p:pic>
        <p:nvPicPr>
          <p:cNvPr id="396" name="Screen Shot 2019-11-12 at 7.12.13 AM.jpg" descr="Screen Shot 2019-11-12 at 7.12.13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574" y="2768203"/>
            <a:ext cx="15948423" cy="10251282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Rectangle"/>
          <p:cNvSpPr/>
          <p:nvPr/>
        </p:nvSpPr>
        <p:spPr>
          <a:xfrm>
            <a:off x="4687061" y="12177059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98" name="(slide credit: Abigail See)"/>
          <p:cNvSpPr txBox="1"/>
          <p:nvPr/>
        </p:nvSpPr>
        <p:spPr>
          <a:xfrm>
            <a:off x="16439337" y="12761397"/>
            <a:ext cx="4603624" cy="626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i="1"/>
            </a:lvl1pPr>
          </a:lstStyle>
          <a:p>
            <a:r>
              <a:t>(slide credit: Abigail See)</a:t>
            </a:r>
          </a:p>
        </p:txBody>
      </p:sp>
      <p:sp>
        <p:nvSpPr>
          <p:cNvPr id="3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Recall: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Recall: attention</a:t>
            </a:r>
          </a:p>
        </p:txBody>
      </p:sp>
      <p:sp>
        <p:nvSpPr>
          <p:cNvPr id="402" name="Rectangle"/>
          <p:cNvSpPr/>
          <p:nvPr/>
        </p:nvSpPr>
        <p:spPr>
          <a:xfrm>
            <a:off x="4326408" y="12036805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3" name="Encoder hidden states: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173159" y="2648572"/>
                <a:ext cx="14560117" cy="9744874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Encoder hidden states: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</m:oMath>
                </a14:m>
                <a:endParaRPr/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Decoder hidden state at time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𝑑𝑒𝑐</m:t>
                        </m:r>
                      </m:sup>
                    </m:sSubSup>
                  </m:oMath>
                </a14:m>
                <a:endParaRPr>
                  <a:solidFill>
                    <a:schemeClr val="accent1">
                      <a:lumOff val="-13575"/>
                    </a:schemeClr>
                  </a:solidFill>
                </a:endParaRPr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First, get attention scores for this time step (different options for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):</a:t>
                </a:r>
                <a:br/>
                <a:r>
                  <a:t>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=[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𝑑𝑒𝑐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),...,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𝑑𝑒𝑐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>
                  <a:solidFill>
                    <a:schemeClr val="accent6">
                      <a:satOff val="-15808"/>
                      <a:lumOff val="-17557"/>
                    </a:schemeClr>
                  </a:solidFill>
                </a:endParaRPr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Obtain the attention distribution using softmax:</a:t>
                </a:r>
                <a:br/>
                <a:r>
                  <a:t>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softmax</m:t>
                    </m:r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>
                  <a:solidFill>
                    <a:schemeClr val="accent5">
                      <a:lumOff val="-29866"/>
                    </a:schemeClr>
                  </a:solidFill>
                </a:endParaRPr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Compute weighted sum of encoder hidden states:</a:t>
                </a:r>
                <a:br/>
                <a:r>
                  <a:t>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0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Upp>
                      <m:limUp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limLow>
                          <m:limLowPr>
                            <m:ctrlPr>
                              <a:rPr sz="40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40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40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sz="40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lim>
                        </m:limLow>
                      </m:e>
                      <m:lim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Upp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𝑒𝑛𝑐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/>
              </a:p>
              <a:p>
                <a:pPr marL="421719" indent="-421719" defTabSz="566856">
                  <a:spcBef>
                    <a:spcPts val="29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312"/>
                </a:pPr>
                <a:r>
                  <a:t>Finally, concatenate with decoder state and pass on to output layer: </a:t>
                </a:r>
                <a14:m>
                  <m:oMath xmlns:m="http://schemas.openxmlformats.org/officeDocument/2006/math"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𝑑𝑒𝑐</m:t>
                        </m:r>
                      </m:sup>
                    </m:sSubSup>
                    <m:r>
                      <a:rPr sz="4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sz="4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endParaRPr sz="48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403" name="Encoder hidden states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173159" y="2648572"/>
                <a:ext cx="14560117" cy="9744874"/>
              </a:xfrm>
              <a:prstGeom prst="rect">
                <a:avLst/>
              </a:prstGeom>
              <a:blipFill>
                <a:blip r:embed="rId2"/>
                <a:stretch>
                  <a:fillRect l="-5067" t="-7942" b="-3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pic>
        <p:nvPicPr>
          <p:cNvPr id="40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20" y="2433256"/>
            <a:ext cx="8309997" cy="10175507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06" name="Simplest case:…"/>
              <p:cNvSpPr txBox="1"/>
              <p:nvPr/>
            </p:nvSpPr>
            <p:spPr>
              <a:xfrm>
                <a:off x="18346306" y="3531991"/>
                <a:ext cx="3611538" cy="133623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>
                  <a:defRPr sz="3600">
                    <a:solidFill>
                      <a:srgbClr val="5E5E5E"/>
                    </a:solidFill>
                  </a:defRPr>
                </a:pPr>
                <a:r>
                  <a:t>Simplest case:</a:t>
                </a:r>
              </a:p>
              <a:p>
                <a:pPr>
                  <a:defRPr sz="3600">
                    <a:solidFill>
                      <a:srgbClr val="5E5E5E"/>
                    </a:solidFill>
                  </a:defRPr>
                </a:pPr>
                <a14:m>
                  <m:oMath xmlns:m="http://schemas.openxmlformats.org/officeDocument/2006/math">
                    <m:r>
                      <a:rPr sz="4300" i="1">
                        <a:solidFill>
                          <a:srgbClr val="5E5E5E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t> = dot product  </a:t>
                </a:r>
              </a:p>
            </p:txBody>
          </p:sp>
        </mc:Choice>
        <mc:Fallback>
          <p:sp>
            <p:nvSpPr>
              <p:cNvPr id="406" name="Simplest case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6306" y="3531991"/>
                <a:ext cx="3611538" cy="1336236"/>
              </a:xfrm>
              <a:prstGeom prst="rect">
                <a:avLst/>
              </a:prstGeom>
              <a:blipFill>
                <a:blip r:embed="rId4"/>
                <a:stretch>
                  <a:fillRect t="-5000" r="-4730" b="-1363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ypes of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Types of attention</a:t>
            </a:r>
          </a:p>
        </p:txBody>
      </p:sp>
      <p:sp>
        <p:nvSpPr>
          <p:cNvPr id="409" name="Rectangle"/>
          <p:cNvSpPr/>
          <p:nvPr/>
        </p:nvSpPr>
        <p:spPr>
          <a:xfrm>
            <a:off x="4326408" y="12036805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0" name="Assume encoder hidden states   and decoder hidden state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895840" y="3032767"/>
                <a:ext cx="17740774" cy="8739065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446166" indent="-446166" defTabSz="599717">
                  <a:spcBef>
                    <a:spcPts val="30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3212"/>
                </a:pPr>
                <a:r>
                  <a:t>Assume encoder hidden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9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3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3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3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3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t> and decoder hidden state </a:t>
                </a:r>
                <a14:m>
                  <m:oMath xmlns:m="http://schemas.openxmlformats.org/officeDocument/2006/math">
                    <m:r>
                      <a:rPr sz="3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/>
              </a:p>
              <a:p>
                <a:pPr marL="637381" indent="-637381" defTabSz="599717">
                  <a:spcBef>
                    <a:spcPts val="3000"/>
                  </a:spcBef>
                  <a:buSzPct val="100000"/>
                  <a:buAutoNum type="arabicPeriod"/>
                  <a:defRPr sz="3212"/>
                </a:pPr>
                <a:r>
                  <a:rPr b="1"/>
                  <a:t>Dot-product attention</a:t>
                </a:r>
                <a:r>
                  <a:t>:</a:t>
                </a:r>
                <a:br/>
                <a:r>
                  <a:t>             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 </a:t>
                </a:r>
              </a:p>
              <a:p>
                <a:pPr marL="637381" indent="-637381" defTabSz="599717">
                  <a:spcBef>
                    <a:spcPts val="3000"/>
                  </a:spcBef>
                  <a:buSzPct val="100000"/>
                  <a:buAutoNum type="arabicPeriod"/>
                  <a:defRPr sz="3212" b="1"/>
                </a:pPr>
                <a:r>
                  <a:t>Scaled dot-product attention:</a:t>
                </a:r>
              </a:p>
              <a:p>
                <a:pPr marL="0" lvl="1" indent="0" defTabSz="599717">
                  <a:spcBef>
                    <a:spcPts val="3000"/>
                  </a:spcBef>
                  <a:buSzTx/>
                  <a:buNone/>
                  <a:defRPr sz="3212"/>
                </a:pPr>
                <a:r>
                  <a:t>                  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/>
              </a:p>
              <a:p>
                <a:pPr marL="637381" indent="-637381" defTabSz="599717">
                  <a:spcBef>
                    <a:spcPts val="3000"/>
                  </a:spcBef>
                  <a:buSzPct val="100000"/>
                  <a:buAutoNum type="arabicPeriod"/>
                  <a:defRPr sz="3212"/>
                </a:pPr>
                <a:r>
                  <a:rPr b="1"/>
                  <a:t>Bilinear / multiplicative attention:</a:t>
                </a:r>
                <a:br/>
                <a:r>
                  <a:t>            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t>, where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t> is a weight matrix</a:t>
                </a:r>
              </a:p>
              <a:p>
                <a:pPr marL="637381" indent="-637381" defTabSz="599717">
                  <a:spcBef>
                    <a:spcPts val="3000"/>
                  </a:spcBef>
                  <a:buSzPct val="100000"/>
                  <a:buAutoNum type="arabicPeriod"/>
                  <a:defRPr sz="3212"/>
                </a:pPr>
                <a:r>
                  <a:rPr b="1"/>
                  <a:t>Additive attention (essentially MLP):</a:t>
                </a:r>
                <a:br/>
                <a:r>
                  <a:t>                 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nor/>
                      </m:rP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38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r>
                      <a:rPr sz="385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br>
                  <a:rPr>
                    <a:solidFill>
                      <a:schemeClr val="accent5">
                        <a:lumOff val="-29866"/>
                      </a:schemeClr>
                    </a:solidFill>
                  </a:rPr>
                </a:br>
                <a: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8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are weight matrices and </a:t>
                </a:r>
                <a14:m>
                  <m:oMath xmlns:m="http://schemas.openxmlformats.org/officeDocument/2006/math">
                    <m:r>
                      <a:rPr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t> is a weight vector</a:t>
                </a:r>
                <a:endParaRPr sz="4400"/>
              </a:p>
            </p:txBody>
          </p:sp>
        </mc:Choice>
        <mc:Fallback>
          <p:sp>
            <p:nvSpPr>
              <p:cNvPr id="410" name="Assume encoder hidden states   and decoder hidden state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95840" y="3032767"/>
                <a:ext cx="17740774" cy="8739065"/>
              </a:xfrm>
              <a:prstGeom prst="rect">
                <a:avLst/>
              </a:prstGeom>
              <a:blipFill>
                <a:blip r:embed="rId3"/>
                <a:stretch>
                  <a:fillRect l="-4021" t="-8514" b="-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1" name="Perform better for…"/>
          <p:cNvSpPr txBox="1"/>
          <p:nvPr/>
        </p:nvSpPr>
        <p:spPr>
          <a:xfrm>
            <a:off x="18475807" y="11037473"/>
            <a:ext cx="4760647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Perform better for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larger dimensions</a:t>
            </a:r>
          </a:p>
        </p:txBody>
      </p:sp>
      <p:sp>
        <p:nvSpPr>
          <p:cNvPr id="412" name="more efficient…"/>
          <p:cNvSpPr txBox="1"/>
          <p:nvPr/>
        </p:nvSpPr>
        <p:spPr>
          <a:xfrm>
            <a:off x="23275" y="5289155"/>
            <a:ext cx="4111443" cy="210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more efficient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(matrix multiplication)</a:t>
            </a:r>
          </a:p>
        </p:txBody>
      </p:sp>
      <p:sp>
        <p:nvSpPr>
          <p:cNvPr id="413" name="Simplest (no extra parameters)…"/>
          <p:cNvSpPr txBox="1"/>
          <p:nvPr/>
        </p:nvSpPr>
        <p:spPr>
          <a:xfrm>
            <a:off x="14605403" y="5016385"/>
            <a:ext cx="8776742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Simplest (no extra parameters)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requires z and h_i to be same size</a:t>
            </a:r>
          </a:p>
        </p:txBody>
      </p:sp>
      <p:sp>
        <p:nvSpPr>
          <p:cNvPr id="414" name="More flexible…"/>
          <p:cNvSpPr txBox="1"/>
          <p:nvPr/>
        </p:nvSpPr>
        <p:spPr>
          <a:xfrm>
            <a:off x="18656020" y="7861117"/>
            <a:ext cx="4400220" cy="210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More flexible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than dot-product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(W is trainable)</a:t>
            </a:r>
          </a:p>
        </p:txBody>
      </p:sp>
      <p:sp>
        <p:nvSpPr>
          <p:cNvPr id="4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" grpId="0" animBg="1" advAuto="0"/>
      <p:bldP spid="412" grpId="0" animBg="1" advAuto="0"/>
      <p:bldP spid="413" grpId="0" animBg="1" advAuto="0"/>
      <p:bldP spid="414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0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pic>
        <p:nvPicPr>
          <p:cNvPr id="42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12" y="393577"/>
            <a:ext cx="21630872" cy="121673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5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pic>
        <p:nvPicPr>
          <p:cNvPr id="42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0" y="292955"/>
            <a:ext cx="22903612" cy="128832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elf Attention"/>
          <p:cNvSpPr txBox="1">
            <a:spLocks noGrp="1"/>
          </p:cNvSpPr>
          <p:nvPr>
            <p:ph type="title"/>
          </p:nvPr>
        </p:nvSpPr>
        <p:spPr>
          <a:xfrm>
            <a:off x="4387453" y="299150"/>
            <a:ext cx="15609094" cy="1817657"/>
          </a:xfrm>
          <a:prstGeom prst="rect">
            <a:avLst/>
          </a:prstGeom>
        </p:spPr>
        <p:txBody>
          <a:bodyPr/>
          <a:lstStyle>
            <a:lvl1pPr>
              <a:defRPr sz="7000"/>
            </a:lvl1pPr>
          </a:lstStyle>
          <a:p>
            <a:r>
              <a:t>Self Attention</a:t>
            </a:r>
          </a:p>
        </p:txBody>
      </p:sp>
      <p:sp>
        <p:nvSpPr>
          <p:cNvPr id="430" name="(also referred to as Intra-Attention)"/>
          <p:cNvSpPr txBox="1"/>
          <p:nvPr/>
        </p:nvSpPr>
        <p:spPr>
          <a:xfrm>
            <a:off x="8015764" y="1687609"/>
            <a:ext cx="8662962" cy="11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(also referred to as Intra-Attention)</a:t>
            </a:r>
          </a:p>
        </p:txBody>
      </p:sp>
      <p:pic>
        <p:nvPicPr>
          <p:cNvPr id="431" name="Screen Shot 2020-03-14 at 7.25.59 PM.png" descr="Screen Shot 2020-03-14 at 7.25.59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416" y="5607837"/>
            <a:ext cx="9698183" cy="7152410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Self-attention: let’s use each word as query and compute the attention with all the other words (other words are the keys and values)"/>
          <p:cNvSpPr txBox="1"/>
          <p:nvPr/>
        </p:nvSpPr>
        <p:spPr>
          <a:xfrm>
            <a:off x="3034447" y="3271116"/>
            <a:ext cx="15765687" cy="1182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marL="579119" indent="-579119" algn="l" defTabSz="788669">
              <a:spcBef>
                <a:spcPts val="1300"/>
              </a:spcBef>
              <a:buSzPct val="145000"/>
              <a:buChar char="•"/>
              <a:defRPr sz="3648">
                <a:latin typeface="Georgia"/>
                <a:ea typeface="Georgia"/>
                <a:cs typeface="Georgia"/>
                <a:sym typeface="Georgia"/>
              </a:defRPr>
            </a:pPr>
            <a:r>
              <a:rPr b="1"/>
              <a:t>Self-attention</a:t>
            </a:r>
            <a:r>
              <a:t>: let’s use each word as </a:t>
            </a:r>
            <a:r>
              <a:rPr>
                <a:solidFill>
                  <a:srgbClr val="9919E4"/>
                </a:solidFill>
              </a:rPr>
              <a:t>query</a:t>
            </a:r>
            <a:r>
              <a:t> and compute the attention with all the other words (other words are the </a:t>
            </a:r>
            <a:r>
              <a: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keys</a:t>
            </a:r>
            <a:r>
              <a:t> and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values</a:t>
            </a:r>
            <a:r>
              <a:t>)</a:t>
            </a:r>
          </a:p>
        </p:txBody>
      </p:sp>
      <p:sp>
        <p:nvSpPr>
          <p:cNvPr id="433" name="= the word vectors themselves select each other"/>
          <p:cNvSpPr txBox="1"/>
          <p:nvPr/>
        </p:nvSpPr>
        <p:spPr>
          <a:xfrm>
            <a:off x="5512390" y="4493710"/>
            <a:ext cx="10454366" cy="118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= the word vectors themselves select each other</a:t>
            </a:r>
          </a:p>
        </p:txBody>
      </p:sp>
      <p:sp>
        <p:nvSpPr>
          <p:cNvPr id="4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pic>
        <p:nvPicPr>
          <p:cNvPr id="43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8498" y="5716304"/>
            <a:ext cx="8897974" cy="66595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elf-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Self-Attention</a:t>
            </a:r>
          </a:p>
        </p:txBody>
      </p:sp>
      <p:sp>
        <p:nvSpPr>
          <p:cNvPr id="440" name="Attention (correlation) with different parts of itself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03021" indent="-503021" defTabSz="443484">
              <a:lnSpc>
                <a:spcPts val="5300"/>
              </a:lnSpc>
              <a:spcBef>
                <a:spcPts val="0"/>
              </a:spcBef>
              <a:buSzPct val="100000"/>
              <a:defRPr sz="3621">
                <a:latin typeface="Avenir Book"/>
                <a:ea typeface="Avenir Book"/>
                <a:cs typeface="Avenir Book"/>
                <a:sym typeface="Avenir Book"/>
              </a:defRPr>
            </a:pPr>
            <a:r>
              <a:t>Attention (correlation) with different parts of itself</a:t>
            </a:r>
            <a:endParaRPr sz="1164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 defTabSz="443484">
              <a:lnSpc>
                <a:spcPts val="5300"/>
              </a:lnSpc>
              <a:spcBef>
                <a:spcPts val="0"/>
              </a:spcBef>
              <a:buSzTx/>
              <a:buNone/>
              <a:defRPr sz="3621">
                <a:latin typeface="Avenir Book"/>
                <a:ea typeface="Avenir Book"/>
                <a:cs typeface="Avenir Book"/>
                <a:sym typeface="Avenir Book"/>
              </a:defRPr>
            </a:pPr>
            <a:endParaRPr sz="1164">
              <a:latin typeface="Times Roman"/>
              <a:ea typeface="Times Roman"/>
              <a:cs typeface="Times Roman"/>
              <a:sym typeface="Times Roman"/>
            </a:endParaRPr>
          </a:p>
          <a:p>
            <a:pPr marL="503021" indent="-503021" defTabSz="443484">
              <a:lnSpc>
                <a:spcPts val="5300"/>
              </a:lnSpc>
              <a:spcBef>
                <a:spcPts val="0"/>
              </a:spcBef>
              <a:buSzPct val="100000"/>
              <a:defRPr sz="3621">
                <a:latin typeface="Avenir Book"/>
                <a:ea typeface="Avenir Book"/>
                <a:cs typeface="Avenir Book"/>
                <a:sym typeface="Avenir Book"/>
              </a:defRPr>
            </a:pPr>
            <a:endParaRPr sz="1164">
              <a:latin typeface="Times Roman"/>
              <a:ea typeface="Times Roman"/>
              <a:cs typeface="Times Roman"/>
              <a:sym typeface="Times Roman"/>
            </a:endParaRPr>
          </a:p>
          <a:p>
            <a:pPr marL="503021" indent="-503021" defTabSz="443484">
              <a:lnSpc>
                <a:spcPts val="5300"/>
              </a:lnSpc>
              <a:spcBef>
                <a:spcPts val="0"/>
              </a:spcBef>
              <a:buSzPct val="100000"/>
              <a:defRPr sz="3621">
                <a:latin typeface="Avenir Book"/>
                <a:ea typeface="Avenir Book"/>
                <a:cs typeface="Avenir Book"/>
                <a:sym typeface="Avenir Book"/>
              </a:defRPr>
            </a:pPr>
            <a:r>
              <a:t>Transformers: modules with scaled dot-product self-attention</a:t>
            </a:r>
            <a:endParaRPr sz="1164">
              <a:latin typeface="Times Roman"/>
              <a:ea typeface="Times Roman"/>
              <a:cs typeface="Times Roman"/>
              <a:sym typeface="Times Roman"/>
            </a:endParaRPr>
          </a:p>
        </p:txBody>
      </p:sp>
      <p:pic>
        <p:nvPicPr>
          <p:cNvPr id="44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453" y="3643312"/>
            <a:ext cx="11921421" cy="6475834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sp>
        <p:nvSpPr>
          <p:cNvPr id="443" name="https://ai.googleblog.com/2017/08/transformer-novel-neural-network.html"/>
          <p:cNvSpPr txBox="1"/>
          <p:nvPr/>
        </p:nvSpPr>
        <p:spPr>
          <a:xfrm>
            <a:off x="5640807" y="10723717"/>
            <a:ext cx="10238360" cy="502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r>
              <a:t>https://ai.googleblog.com/2017/08/transformer-novel-neural-network.html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roup"/>
          <p:cNvGrpSpPr/>
          <p:nvPr/>
        </p:nvGrpSpPr>
        <p:grpSpPr>
          <a:xfrm>
            <a:off x="14781538" y="3543317"/>
            <a:ext cx="8945882" cy="8863910"/>
            <a:chOff x="0" y="0"/>
            <a:chExt cx="8945881" cy="8863908"/>
          </a:xfrm>
        </p:grpSpPr>
        <p:pic>
          <p:nvPicPr>
            <p:cNvPr id="445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38457"/>
              <a:ext cx="6556515" cy="7425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6" name="Stack into matrices and compute all at once!"/>
            <p:cNvSpPr txBox="1"/>
            <p:nvPr/>
          </p:nvSpPr>
          <p:spPr>
            <a:xfrm>
              <a:off x="2495429" y="-1"/>
              <a:ext cx="6450453" cy="12222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>
              <a:lvl1pPr>
                <a:defRPr sz="3600">
                  <a:solidFill>
                    <a:srgbClr val="5E5E5E"/>
                  </a:solidFill>
                </a:defRPr>
              </a:lvl1pPr>
            </a:lstStyle>
            <a:p>
              <a:r>
                <a:t>Stack into matrices and compute all at once!</a:t>
              </a:r>
            </a:p>
          </p:txBody>
        </p:sp>
      </p:grpSp>
      <p:sp>
        <p:nvSpPr>
          <p:cNvPr id="448" name="How to get key-value-query for each word?"/>
          <p:cNvSpPr txBox="1">
            <a:spLocks noGrp="1"/>
          </p:cNvSpPr>
          <p:nvPr>
            <p:ph type="title"/>
          </p:nvPr>
        </p:nvSpPr>
        <p:spPr>
          <a:xfrm>
            <a:off x="3713922" y="357187"/>
            <a:ext cx="17332419" cy="1952626"/>
          </a:xfrm>
          <a:prstGeom prst="rect">
            <a:avLst/>
          </a:prstGeom>
        </p:spPr>
        <p:txBody>
          <a:bodyPr/>
          <a:lstStyle/>
          <a:p>
            <a:r>
              <a:t>How to get </a:t>
            </a:r>
            <a:r>
              <a: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</a:t>
            </a:r>
            <a:r>
              <a:t>-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value</a:t>
            </a:r>
            <a:r>
              <a:t>-</a:t>
            </a:r>
            <a:r>
              <a:rPr>
                <a:solidFill>
                  <a:srgbClr val="9919E4"/>
                </a:solidFill>
              </a:rPr>
              <a:t>query </a:t>
            </a:r>
            <a:r>
              <a:t>for each word?</a:t>
            </a:r>
          </a:p>
        </p:txBody>
      </p:sp>
      <p:sp>
        <p:nvSpPr>
          <p:cNvPr id="449" name="For each word, we have vectors for the key-value-query…"/>
          <p:cNvSpPr txBox="1">
            <a:spLocks noGrp="1"/>
          </p:cNvSpPr>
          <p:nvPr>
            <p:ph type="body" sz="quarter" idx="1"/>
          </p:nvPr>
        </p:nvSpPr>
        <p:spPr>
          <a:xfrm>
            <a:off x="905252" y="2528616"/>
            <a:ext cx="15609095" cy="26814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56180" indent="-556180" defTabSz="747593">
              <a:spcBef>
                <a:spcPts val="3800"/>
              </a:spcBef>
              <a:buClr>
                <a:schemeClr val="accent1">
                  <a:lumOff val="-13575"/>
                </a:schemeClr>
              </a:buClr>
              <a:buChar char="‣"/>
              <a:defRPr sz="4004"/>
            </a:pPr>
            <a:r>
              <a:t>For each word, we have vectors for the </a:t>
            </a:r>
            <a:r>
              <a: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</a:t>
            </a:r>
            <a:r>
              <a:t>-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value</a:t>
            </a:r>
            <a:r>
              <a:t>-</a:t>
            </a:r>
            <a:r>
              <a:rPr>
                <a:solidFill>
                  <a:srgbClr val="9919E4"/>
                </a:solidFill>
              </a:rPr>
              <a:t>query </a:t>
            </a:r>
          </a:p>
          <a:p>
            <a:pPr marL="556180" indent="-556180" defTabSz="747593">
              <a:spcBef>
                <a:spcPts val="3800"/>
              </a:spcBef>
              <a:buClr>
                <a:schemeClr val="accent1">
                  <a:lumOff val="-13575"/>
                </a:schemeClr>
              </a:buClr>
              <a:buChar char="‣"/>
              <a:defRPr sz="4004"/>
            </a:pPr>
            <a:r>
              <a:t>These vectors are created by multiplying the word embedding by trained weight matrices</a:t>
            </a:r>
          </a:p>
        </p:txBody>
      </p:sp>
      <p:sp>
        <p:nvSpPr>
          <p:cNvPr id="4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pic>
        <p:nvPicPr>
          <p:cNvPr id="45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381" y="5907997"/>
            <a:ext cx="10251326" cy="6467122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(figure credit: Jay Alammar…"/>
          <p:cNvSpPr txBox="1"/>
          <p:nvPr/>
        </p:nvSpPr>
        <p:spPr>
          <a:xfrm>
            <a:off x="14489866" y="12058546"/>
            <a:ext cx="8931784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4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5"/>
              </a:rPr>
              <a:t>http://jalammar.github.io/illustrated-transformer/</a:t>
            </a:r>
            <a:r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" grpId="0" animBg="1" advAuto="0"/>
      <p:bldP spid="449" grpId="0" animBg="1" advAuto="0"/>
      <p:bldP spid="451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327" y="574204"/>
            <a:ext cx="13303906" cy="12643792"/>
          </a:xfrm>
          <a:prstGeom prst="rect">
            <a:avLst/>
          </a:prstGeom>
          <a:ln w="12700">
            <a:miter lim="400000"/>
          </a:ln>
        </p:spPr>
      </p:pic>
      <p:sp>
        <p:nvSpPr>
          <p:cNvPr id="455" name="Rectangle"/>
          <p:cNvSpPr/>
          <p:nvPr/>
        </p:nvSpPr>
        <p:spPr>
          <a:xfrm>
            <a:off x="1638229" y="6270625"/>
            <a:ext cx="11964173" cy="2198595"/>
          </a:xfrm>
          <a:prstGeom prst="rect">
            <a:avLst/>
          </a:prstGeom>
          <a:ln w="1016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56" name="Can be any kind of attention function…"/>
          <p:cNvSpPr txBox="1"/>
          <p:nvPr/>
        </p:nvSpPr>
        <p:spPr>
          <a:xfrm>
            <a:off x="13819043" y="5985507"/>
            <a:ext cx="8153825" cy="276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611187" indent="-611187" algn="l">
              <a:buSzPct val="145000"/>
              <a:buChar char="•"/>
            </a:pPr>
            <a:r>
              <a:t>Can be any kind of attention function</a:t>
            </a:r>
          </a:p>
          <a:p>
            <a:pPr marL="611187" indent="-611187" algn="l">
              <a:buSzPct val="145000"/>
              <a:buChar char="•"/>
            </a:pPr>
            <a:r>
              <a:t>For transformers, this is the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scaled dot-product attention </a:t>
            </a:r>
          </a:p>
        </p:txBody>
      </p:sp>
      <p:sp>
        <p:nvSpPr>
          <p:cNvPr id="457" name="(figure credit: Jay Alammar…"/>
          <p:cNvSpPr txBox="1"/>
          <p:nvPr/>
        </p:nvSpPr>
        <p:spPr>
          <a:xfrm>
            <a:off x="14509212" y="11787709"/>
            <a:ext cx="8931784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4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5"/>
              </a:rPr>
              <a:t>http://jalammar.github.io/illustrated-transformer/</a:t>
            </a:r>
            <a:r>
              <a:t>)</a:t>
            </a:r>
          </a:p>
        </p:txBody>
      </p:sp>
      <p:sp>
        <p:nvSpPr>
          <p:cNvPr id="458" name="Rectangle"/>
          <p:cNvSpPr/>
          <p:nvPr/>
        </p:nvSpPr>
        <p:spPr>
          <a:xfrm>
            <a:off x="9669332" y="698500"/>
            <a:ext cx="3835365" cy="5293534"/>
          </a:xfrm>
          <a:prstGeom prst="rect">
            <a:avLst/>
          </a:prstGeom>
          <a:solidFill>
            <a:srgbClr val="FFFFFF">
              <a:alpha val="66866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59" name="Rectangle"/>
          <p:cNvSpPr/>
          <p:nvPr/>
        </p:nvSpPr>
        <p:spPr>
          <a:xfrm>
            <a:off x="9669332" y="11787709"/>
            <a:ext cx="3835365" cy="1122097"/>
          </a:xfrm>
          <a:prstGeom prst="rect">
            <a:avLst/>
          </a:prstGeom>
          <a:solidFill>
            <a:srgbClr val="FFFFFF">
              <a:alpha val="66866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0" name="Rectangle"/>
          <p:cNvSpPr/>
          <p:nvPr/>
        </p:nvSpPr>
        <p:spPr>
          <a:xfrm>
            <a:off x="9796332" y="825500"/>
            <a:ext cx="3835365" cy="5293534"/>
          </a:xfrm>
          <a:prstGeom prst="rect">
            <a:avLst/>
          </a:prstGeom>
          <a:solidFill>
            <a:srgbClr val="FFFFFF">
              <a:alpha val="66866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61" name="query, key, and value vectors created by multiplying learned weight matrices with embedding"/>
          <p:cNvSpPr txBox="1"/>
          <p:nvPr/>
        </p:nvSpPr>
        <p:spPr>
          <a:xfrm>
            <a:off x="10637759" y="1960852"/>
            <a:ext cx="9738487" cy="276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611187" indent="-611187" algn="l">
              <a:buSzPct val="145000"/>
              <a:buChar char="•"/>
            </a:pPr>
            <a:r>
              <a:t>query, </a:t>
            </a:r>
            <a:r>
              <a: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</a:t>
            </a:r>
            <a:r>
              <a:t>, and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value</a:t>
            </a:r>
            <a:r>
              <a:t> vectors created by multiplying learned weight matrices with embedding</a:t>
            </a:r>
          </a:p>
        </p:txBody>
      </p:sp>
      <p:sp>
        <p:nvSpPr>
          <p:cNvPr id="4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" grpId="0" animBg="1" advAuto="0"/>
      <p:bldP spid="456" grpId="0" animBg="1" advAuto="0"/>
      <p:bldP spid="461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Recall: types of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Recall: types of attention</a:t>
            </a:r>
          </a:p>
        </p:txBody>
      </p:sp>
      <p:sp>
        <p:nvSpPr>
          <p:cNvPr id="467" name="Rectangle"/>
          <p:cNvSpPr/>
          <p:nvPr/>
        </p:nvSpPr>
        <p:spPr>
          <a:xfrm>
            <a:off x="4326408" y="12036805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8" name="Assume keys   and query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895840" y="3032767"/>
                <a:ext cx="17740774" cy="8739065"/>
              </a:xfrm>
              <a:prstGeom prst="rect">
                <a:avLst/>
              </a:prstGeom>
            </p:spPr>
            <p:txBody>
              <a:bodyPr anchor="t"/>
              <a:lstStyle/>
              <a:p>
                <a:pPr marL="580628" indent="-580628" defTabSz="780454">
                  <a:spcBef>
                    <a:spcPts val="4000"/>
                  </a:spcBef>
                  <a:buClr>
                    <a:schemeClr val="accent1">
                      <a:lumOff val="-13575"/>
                    </a:schemeClr>
                  </a:buClr>
                  <a:buChar char="‣"/>
                  <a:defRPr sz="4180"/>
                </a:pPr>
                <a:r>
                  <a:t>Assume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t> and query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endParaRPr/>
              </a:p>
              <a:p>
                <a:pPr marL="829468" indent="-829468" defTabSz="780454">
                  <a:spcBef>
                    <a:spcPts val="4000"/>
                  </a:spcBef>
                  <a:buSzPct val="100000"/>
                  <a:buAutoNum type="arabicPeriod"/>
                  <a:defRPr sz="4180"/>
                </a:pPr>
                <a:r>
                  <a:rPr b="1"/>
                  <a:t>Dot-product attention</a:t>
                </a:r>
                <a:r>
                  <a:t> (assumes equal dimensions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t>):</a:t>
                </a:r>
                <a:br/>
                <a:r>
                  <a:t>                  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p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 </a:t>
                </a:r>
              </a:p>
              <a:p>
                <a:pPr marL="829468" indent="-829468" defTabSz="780454">
                  <a:spcBef>
                    <a:spcPts val="4000"/>
                  </a:spcBef>
                  <a:buSzPct val="100000"/>
                  <a:buAutoNum type="arabicPeriod"/>
                  <a:defRPr sz="4180"/>
                </a:pPr>
                <a:r>
                  <a:rPr b="1"/>
                  <a:t>Bilinear / multiplicative attention:</a:t>
                </a:r>
                <a:br/>
                <a:r>
                  <a:t>            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p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𝐖</m:t>
                    </m:r>
                    <m:sSub>
                      <m:sSub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t>, where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t> is a weight matrix</a:t>
                </a:r>
              </a:p>
              <a:p>
                <a:pPr marL="829468" indent="-829468" defTabSz="780454">
                  <a:spcBef>
                    <a:spcPts val="4000"/>
                  </a:spcBef>
                  <a:buSzPct val="100000"/>
                  <a:buAutoNum type="arabicPeriod"/>
                  <a:defRPr sz="4180"/>
                </a:pPr>
                <a:r>
                  <a:rPr b="1"/>
                  <a:t>Additive attention (essentially MLP):</a:t>
                </a:r>
                <a:br/>
                <a:r>
                  <a:t>                 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p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nor/>
                      </m:rP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50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r>
                      <a:rPr sz="50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br>
                  <a:rPr>
                    <a:solidFill>
                      <a:schemeClr val="accent5">
                        <a:lumOff val="-29866"/>
                      </a:schemeClr>
                    </a:solidFill>
                  </a:rPr>
                </a:br>
                <a: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5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are weight matrices and </a:t>
                </a:r>
                <a14:m>
                  <m:oMath xmlns:m="http://schemas.openxmlformats.org/officeDocument/2006/math">
                    <m:r>
                      <a:rPr sz="5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t> is a weight vector</a:t>
                </a:r>
                <a:endParaRPr sz="4400"/>
              </a:p>
            </p:txBody>
          </p:sp>
        </mc:Choice>
        <mc:Fallback>
          <p:sp>
            <p:nvSpPr>
              <p:cNvPr id="468" name="Assume keys   and query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95840" y="3032767"/>
                <a:ext cx="17740774" cy="8739065"/>
              </a:xfrm>
              <a:prstGeom prst="rect">
                <a:avLst/>
              </a:prstGeom>
              <a:blipFill>
                <a:blip r:embed="rId2"/>
                <a:stretch>
                  <a:fillRect l="-5361" t="-11445" b="-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9" name="Perform better for…"/>
          <p:cNvSpPr txBox="1"/>
          <p:nvPr/>
        </p:nvSpPr>
        <p:spPr>
          <a:xfrm>
            <a:off x="19419069" y="9871665"/>
            <a:ext cx="4760646" cy="1448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Perform better for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larger dimensions</a:t>
            </a:r>
          </a:p>
        </p:txBody>
      </p:sp>
      <p:sp>
        <p:nvSpPr>
          <p:cNvPr id="470" name="more efficient…"/>
          <p:cNvSpPr txBox="1"/>
          <p:nvPr/>
        </p:nvSpPr>
        <p:spPr>
          <a:xfrm>
            <a:off x="45650" y="5803785"/>
            <a:ext cx="4111443" cy="210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more efficient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(matrix multiplication)</a:t>
            </a:r>
          </a:p>
        </p:txBody>
      </p:sp>
      <p:sp>
        <p:nvSpPr>
          <p:cNvPr id="471" name="Simplest (no extra parameters)…"/>
          <p:cNvSpPr txBox="1"/>
          <p:nvPr/>
        </p:nvSpPr>
        <p:spPr>
          <a:xfrm>
            <a:off x="14224295" y="5251367"/>
            <a:ext cx="10125685" cy="1448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Simplest (no extra parameters)</a:t>
            </a:r>
          </a:p>
          <a:p>
            <a:pPr>
              <a:defRPr>
                <a:solidFill>
                  <a:schemeClr val="accent5">
                    <a:lumOff val="-29866"/>
                  </a:schemeClr>
                </a:solidFill>
              </a:defRPr>
            </a:pPr>
            <a:r>
              <a:t>Does not work well for large dimensions</a:t>
            </a:r>
          </a:p>
        </p:txBody>
      </p:sp>
      <p:sp>
        <p:nvSpPr>
          <p:cNvPr id="472" name="More flexible…"/>
          <p:cNvSpPr txBox="1"/>
          <p:nvPr/>
        </p:nvSpPr>
        <p:spPr>
          <a:xfrm>
            <a:off x="19599281" y="7138460"/>
            <a:ext cx="4400221" cy="2108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More flexible 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than dot-product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(W is trainable)</a:t>
            </a:r>
          </a:p>
        </p:txBody>
      </p:sp>
      <p:sp>
        <p:nvSpPr>
          <p:cNvPr id="4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caled dot-product attention"/>
          <p:cNvSpPr txBox="1">
            <a:spLocks noGrp="1"/>
          </p:cNvSpPr>
          <p:nvPr>
            <p:ph type="title"/>
          </p:nvPr>
        </p:nvSpPr>
        <p:spPr>
          <a:xfrm>
            <a:off x="4387453" y="0"/>
            <a:ext cx="15609094" cy="2767793"/>
          </a:xfrm>
          <a:prstGeom prst="rect">
            <a:avLst/>
          </a:prstGeom>
        </p:spPr>
        <p:txBody>
          <a:bodyPr/>
          <a:lstStyle/>
          <a:p>
            <a:r>
              <a:t>Scaled dot-product attention</a:t>
            </a:r>
          </a:p>
        </p:txBody>
      </p:sp>
      <p:sp>
        <p:nvSpPr>
          <p:cNvPr id="476" name="Rectangle"/>
          <p:cNvSpPr/>
          <p:nvPr/>
        </p:nvSpPr>
        <p:spPr>
          <a:xfrm>
            <a:off x="4326408" y="12036805"/>
            <a:ext cx="819501" cy="92359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7" name="Assume keys   and query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895840" y="3032767"/>
                <a:ext cx="17740774" cy="8739065"/>
              </a:xfrm>
              <a:prstGeom prst="rect">
                <a:avLst/>
              </a:prstGeom>
            </p:spPr>
            <p:txBody>
              <a:bodyPr anchor="t"/>
              <a:lstStyle/>
              <a:p>
                <a:pPr>
                  <a:buClr>
                    <a:schemeClr val="accent1">
                      <a:lumOff val="-13575"/>
                    </a:schemeClr>
                  </a:buClr>
                  <a:buChar char="‣"/>
                </a:pPr>
                <a:r>
                  <a:t>Assume keys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t> and query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endParaRPr/>
              </a:p>
              <a:p>
                <a:pPr marL="873125" indent="-873125">
                  <a:buSzPct val="100000"/>
                  <a:buAutoNum type="arabicPeriod"/>
                </a:pPr>
                <a:r>
                  <a:rPr b="1"/>
                  <a:t>Dot-product attention</a:t>
                </a:r>
                <a:r>
                  <a:t> (assumes equal dimensions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𝐪</m:t>
                    </m:r>
                  </m:oMath>
                </a14:m>
                <a:r>
                  <a:t>):</a:t>
                </a:r>
                <a:br/>
                <a:r>
                  <a:t>                  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p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 </a:t>
                </a:r>
              </a:p>
              <a:p>
                <a:pPr marL="873125" indent="-873125">
                  <a:buSzPct val="100000"/>
                  <a:buAutoNum type="arabicPeriod"/>
                </a:pPr>
                <a:r>
                  <a:rPr b="1"/>
                  <a:t>Scaled dot-product attention:</a:t>
                </a:r>
                <a:br/>
                <a:r>
                  <a:t>                   </a:t>
                </a:r>
                <a14:m>
                  <m:oMath xmlns:m="http://schemas.openxmlformats.org/officeDocument/2006/math"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𝐤</m:t>
                        </m:r>
                      </m:e>
                      <m:sub>
                        <m: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sz="5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sz="53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3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p>
                            <m:r>
                              <a:rPr sz="53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sz="53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3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sz="53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sz="53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sz="53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den>
                    </m:f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5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 </a:t>
                </a:r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477" name="Assume keys   and query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95840" y="3032767"/>
                <a:ext cx="17740774" cy="8739065"/>
              </a:xfrm>
              <a:prstGeom prst="rect">
                <a:avLst/>
              </a:prstGeom>
              <a:blipFill>
                <a:blip r:embed="rId3"/>
                <a:stretch>
                  <a:fillRect l="-5670" t="-1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8" name="Scaled dot product will perform well…"/>
          <p:cNvSpPr txBox="1"/>
          <p:nvPr/>
        </p:nvSpPr>
        <p:spPr>
          <a:xfrm>
            <a:off x="13450431" y="9420886"/>
            <a:ext cx="9158403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Scaled dot product will perform well</a:t>
            </a:r>
          </a:p>
          <a:p>
            <a:pPr>
              <a:def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defRPr>
            </a:pPr>
            <a:r>
              <a:t>for larger dimensions</a:t>
            </a:r>
          </a:p>
        </p:txBody>
      </p:sp>
      <p:sp>
        <p:nvSpPr>
          <p:cNvPr id="479" name="Scaling factor: d = dimension of hidden state"/>
          <p:cNvSpPr txBox="1"/>
          <p:nvPr/>
        </p:nvSpPr>
        <p:spPr>
          <a:xfrm>
            <a:off x="4910582" y="11698510"/>
            <a:ext cx="1135895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Scaling factor: d = dimension of hidden state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0" name="Scale of dot product (of random vectors)…"/>
              <p:cNvSpPr txBox="1"/>
              <p:nvPr/>
            </p:nvSpPr>
            <p:spPr>
              <a:xfrm>
                <a:off x="13569232" y="5393389"/>
                <a:ext cx="10277680" cy="367952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>
                  <a:defRPr>
                    <a:solidFill>
                      <a:srgbClr val="5E5E5E"/>
                    </a:solidFill>
                  </a:defRPr>
                </a:pPr>
                <a:r>
                  <a:t>Scale of dot product (of random vectors)</a:t>
                </a:r>
              </a:p>
              <a:p>
                <a:pPr>
                  <a:defRPr>
                    <a:solidFill>
                      <a:srgbClr val="5E5E5E"/>
                    </a:solidFill>
                  </a:defRPr>
                </a:pPr>
                <a:r>
                  <a:t>increases (proportional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sz="53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5300" i="1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t>)</a:t>
                </a:r>
              </a:p>
              <a:p>
                <a:pPr>
                  <a:defRPr>
                    <a:solidFill>
                      <a:srgbClr val="5E5E5E"/>
                    </a:solidFill>
                  </a:defRPr>
                </a:pPr>
                <a:r>
                  <a:t>as dimension gets larger</a:t>
                </a:r>
              </a:p>
              <a:p>
                <a:pPr>
                  <a:defRPr>
                    <a:solidFill>
                      <a:schemeClr val="accent5">
                        <a:lumOff val="-29866"/>
                      </a:schemeClr>
                    </a:solidFill>
                  </a:defRPr>
                </a:pPr>
                <a:r>
                  <a:t>Perform poorly for large </a:t>
                </a:r>
                <a:r>
                  <a:rPr i="1"/>
                  <a:t>d</a:t>
                </a:r>
              </a:p>
              <a:p>
                <a:pPr>
                  <a:defRPr>
                    <a:solidFill>
                      <a:schemeClr val="accent5">
                        <a:lumOff val="-29866"/>
                      </a:schemeClr>
                    </a:solidFill>
                  </a:defRPr>
                </a:pPr>
                <a:r>
                  <a:t>Softmax has small gradient</a:t>
                </a:r>
              </a:p>
            </p:txBody>
          </p:sp>
        </mc:Choice>
        <mc:Fallback>
          <p:sp>
            <p:nvSpPr>
              <p:cNvPr id="480" name="Scale of dot product (of random vectors)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9232" y="5393389"/>
                <a:ext cx="10277680" cy="3679525"/>
              </a:xfrm>
              <a:prstGeom prst="rect">
                <a:avLst/>
              </a:prstGeom>
              <a:blipFill>
                <a:blip r:embed="rId4"/>
                <a:stretch>
                  <a:fillRect l="-1898" t="-3483" r="-1839" b="-762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" grpId="0" animBg="1" advAuto="0"/>
      <p:bldP spid="479" grpId="0" animBg="1" advAuto="0"/>
      <p:bldP spid="480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caled dot product attention"/>
          <p:cNvSpPr txBox="1">
            <a:spLocks noGrp="1"/>
          </p:cNvSpPr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Scaled dot product attention</a:t>
            </a:r>
          </a:p>
        </p:txBody>
      </p:sp>
      <p:sp>
        <p:nvSpPr>
          <p:cNvPr id="486" name="Attention with logit scaling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Attention with logit scaling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7" name="Scaling to large dimension vectors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088084" y="3963265"/>
                <a:ext cx="21543567" cy="4276995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Scaling to large dimension vectors </a:t>
                </a:r>
                <a14:m>
                  <m:oMath xmlns:m="http://schemas.openxmlformats.org/officeDocument/2006/math"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/>
              </a:p>
              <a:p>
                <a:r>
                  <a:t>Dot product of random vectors (at initialization) grows proportional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endParaRPr/>
              </a:p>
              <a:p>
                <a:r>
                  <a:t>Normalize the dot products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t> to stop this iterative scaling upwards</a:t>
                </a:r>
              </a:p>
            </p:txBody>
          </p:sp>
        </mc:Choice>
        <mc:Fallback>
          <p:sp>
            <p:nvSpPr>
              <p:cNvPr id="487" name="Scaling to large dimension vector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088084" y="3963265"/>
                <a:ext cx="21543567" cy="4276995"/>
              </a:xfrm>
              <a:prstGeom prst="rect">
                <a:avLst/>
              </a:prstGeom>
              <a:blipFill>
                <a:blip r:embed="rId2"/>
                <a:stretch>
                  <a:fillRect l="-1697" t="-4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8" name="Screenshot 2023-05-28 at 11.58.11 PM.png" descr="Screenshot 2023-05-28 at 11.58.11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792" y="8156650"/>
            <a:ext cx="11724824" cy="4574459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Line"/>
          <p:cNvSpPr/>
          <p:nvPr/>
        </p:nvSpPr>
        <p:spPr>
          <a:xfrm>
            <a:off x="9821082" y="12430611"/>
            <a:ext cx="3337769" cy="1"/>
          </a:xfrm>
          <a:prstGeom prst="line">
            <a:avLst/>
          </a:prstGeom>
          <a:ln w="762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>
              <a:defRPr sz="2400">
                <a:solidFill>
                  <a:srgbClr val="5E5E5E"/>
                </a:solidFill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0" name="Text"/>
              <p:cNvSpPr txBox="1"/>
              <p:nvPr/>
            </p:nvSpPr>
            <p:spPr>
              <a:xfrm>
                <a:off x="10784951" y="12441602"/>
                <a:ext cx="1016668" cy="95596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 defTabSz="2438338">
                  <a:defRPr sz="4200">
                    <a:solidFill>
                      <a:srgbClr val="5E5E5E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sz="505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sz="5050" i="1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9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951" y="12441602"/>
                <a:ext cx="1016668" cy="9559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327" y="574204"/>
            <a:ext cx="13303906" cy="12643792"/>
          </a:xfrm>
          <a:prstGeom prst="rect">
            <a:avLst/>
          </a:prstGeom>
          <a:ln w="12700">
            <a:miter lim="400000"/>
          </a:ln>
        </p:spPr>
      </p:pic>
      <p:sp>
        <p:nvSpPr>
          <p:cNvPr id="493" name="Rectangle"/>
          <p:cNvSpPr/>
          <p:nvPr/>
        </p:nvSpPr>
        <p:spPr>
          <a:xfrm>
            <a:off x="1638229" y="6270625"/>
            <a:ext cx="11964173" cy="2198595"/>
          </a:xfrm>
          <a:prstGeom prst="rect">
            <a:avLst/>
          </a:prstGeom>
          <a:ln w="1016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94" name="Can be any kind of attention function…"/>
          <p:cNvSpPr txBox="1"/>
          <p:nvPr/>
        </p:nvSpPr>
        <p:spPr>
          <a:xfrm>
            <a:off x="13819043" y="5985507"/>
            <a:ext cx="8153825" cy="276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611187" indent="-611187" algn="l">
              <a:buSzPct val="145000"/>
              <a:buChar char="•"/>
            </a:pPr>
            <a:r>
              <a:t>Can be any kind of attention function</a:t>
            </a:r>
          </a:p>
          <a:p>
            <a:pPr marL="611187" indent="-611187" algn="l">
              <a:buSzPct val="145000"/>
              <a:buChar char="•"/>
            </a:pPr>
            <a:r>
              <a:t>For transformers, this is the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scaled dot-product attention </a:t>
            </a:r>
          </a:p>
        </p:txBody>
      </p:sp>
      <p:sp>
        <p:nvSpPr>
          <p:cNvPr id="495" name="(figure credit: Jay Alammar…"/>
          <p:cNvSpPr txBox="1"/>
          <p:nvPr/>
        </p:nvSpPr>
        <p:spPr>
          <a:xfrm>
            <a:off x="14509212" y="11787709"/>
            <a:ext cx="8931784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3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4"/>
              </a:rPr>
              <a:t>http://jalammar.github.io/illustrated-transformer/</a:t>
            </a:r>
            <a:r>
              <a:t>)</a:t>
            </a:r>
          </a:p>
        </p:txBody>
      </p:sp>
      <p:sp>
        <p:nvSpPr>
          <p:cNvPr id="496" name="Rectangle"/>
          <p:cNvSpPr/>
          <p:nvPr/>
        </p:nvSpPr>
        <p:spPr>
          <a:xfrm>
            <a:off x="9669332" y="698500"/>
            <a:ext cx="3835365" cy="5293534"/>
          </a:xfrm>
          <a:prstGeom prst="rect">
            <a:avLst/>
          </a:prstGeom>
          <a:solidFill>
            <a:srgbClr val="FFFFFF">
              <a:alpha val="66866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97" name="Rectangle"/>
          <p:cNvSpPr/>
          <p:nvPr/>
        </p:nvSpPr>
        <p:spPr>
          <a:xfrm>
            <a:off x="9669332" y="11787709"/>
            <a:ext cx="3835365" cy="1122097"/>
          </a:xfrm>
          <a:prstGeom prst="rect">
            <a:avLst/>
          </a:prstGeom>
          <a:solidFill>
            <a:srgbClr val="FFFFFF">
              <a:alpha val="66866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98" name="Rectangle"/>
          <p:cNvSpPr/>
          <p:nvPr/>
        </p:nvSpPr>
        <p:spPr>
          <a:xfrm>
            <a:off x="9796332" y="825500"/>
            <a:ext cx="3835365" cy="5293534"/>
          </a:xfrm>
          <a:prstGeom prst="rect">
            <a:avLst/>
          </a:prstGeom>
          <a:solidFill>
            <a:srgbClr val="FFFFFF">
              <a:alpha val="66866"/>
            </a:srgb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9" name="is the final vector of attended values for “Thinking” as the query"/>
              <p:cNvSpPr txBox="1"/>
              <p:nvPr/>
            </p:nvSpPr>
            <p:spPr>
              <a:xfrm>
                <a:off x="13861601" y="9236535"/>
                <a:ext cx="9738488" cy="162407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marL="611187" indent="-611187" algn="l">
                  <a:buSzPct val="14500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5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is the final vector of attended values for “Thinking” as the query</a:t>
                </a:r>
              </a:p>
            </p:txBody>
          </p:sp>
        </mc:Choice>
        <mc:Fallback>
          <p:sp>
            <p:nvSpPr>
              <p:cNvPr id="499" name="is the final vector of attended values for “Thinking” as the quer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1601" y="9236535"/>
                <a:ext cx="9738488" cy="1624072"/>
              </a:xfrm>
              <a:prstGeom prst="rect">
                <a:avLst/>
              </a:prstGeom>
              <a:blipFill>
                <a:blip r:embed="rId5"/>
                <a:stretch>
                  <a:fillRect b="-1535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" grpId="0" animBg="1" advAuto="0"/>
      <p:bldP spid="494" grpId="0" animBg="1" advAuto="0"/>
      <p:bldP spid="499" grpId="0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elf-attention in equations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Self-attention in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3" name="A self-attention layer maps a sequence of input vectors   to a sequence of n vectors: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1928263" y="2559961"/>
                <a:ext cx="21078320" cy="3097565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/>
              <a:p>
                <a:pPr marL="574516" indent="-574516" defTabSz="772239">
                  <a:spcBef>
                    <a:spcPts val="3900"/>
                  </a:spcBef>
                  <a:defRPr sz="4136"/>
                </a:pPr>
                <a:r>
                  <a:t>A self-attention layer maps a sequence of input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9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sz="4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sz="4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r>
                  <a:t> to a sequence of n vectors: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9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sz="4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9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sz="4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sz="49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/>
              </a:p>
              <a:p>
                <a:pPr marL="992346" lvl="1" indent="-574516" defTabSz="772239">
                  <a:spcBef>
                    <a:spcPts val="3900"/>
                  </a:spcBef>
                  <a:defRPr sz="4136"/>
                </a:pPr>
                <a:r>
                  <a:t>Note: this is similar as an RNN layer and can be used to replace an RNN layer</a:t>
                </a:r>
              </a:p>
            </p:txBody>
          </p:sp>
        </mc:Choice>
        <mc:Fallback>
          <p:sp>
            <p:nvSpPr>
              <p:cNvPr id="503" name="A self-attention layer maps a sequence of input vectors   to a sequence of n vectors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1928263" y="2559961"/>
                <a:ext cx="21078320" cy="3097565"/>
              </a:xfrm>
              <a:prstGeom prst="rect">
                <a:avLst/>
              </a:prstGeom>
              <a:blipFill>
                <a:blip r:embed="rId2"/>
                <a:stretch>
                  <a:fillRect l="-1677" t="-4331" b="-10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grpSp>
        <p:nvGrpSpPr>
          <p:cNvPr id="508" name="Group"/>
          <p:cNvGrpSpPr/>
          <p:nvPr/>
        </p:nvGrpSpPr>
        <p:grpSpPr>
          <a:xfrm>
            <a:off x="15982232" y="5907674"/>
            <a:ext cx="5264987" cy="2495668"/>
            <a:chOff x="0" y="0"/>
            <a:chExt cx="5264986" cy="249566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5" name="Equation"/>
                <p:cNvSpPr txBox="1"/>
                <p:nvPr/>
              </p:nvSpPr>
              <p:spPr>
                <a:xfrm>
                  <a:off x="0" y="0"/>
                  <a:ext cx="5264987" cy="63596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𝐪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  <m:sSub>
                          <m:sSub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50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5264987" cy="635969"/>
                </a:xfrm>
                <a:prstGeom prst="rect">
                  <a:avLst/>
                </a:prstGeom>
                <a:blipFill>
                  <a:blip r:embed="rId3"/>
                  <a:stretch>
                    <a:fillRect r="-14368" b="-865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6" name="Equation"/>
                <p:cNvSpPr txBox="1"/>
                <p:nvPr/>
              </p:nvSpPr>
              <p:spPr>
                <a:xfrm>
                  <a:off x="0" y="939513"/>
                  <a:ext cx="5241513" cy="6218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𝐤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sSub>
                          <m:sSub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50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939513"/>
                  <a:ext cx="5241513" cy="621800"/>
                </a:xfrm>
                <a:prstGeom prst="rect">
                  <a:avLst/>
                </a:prstGeom>
                <a:blipFill>
                  <a:blip r:embed="rId4"/>
                  <a:stretch>
                    <a:fillRect r="-15581" b="-882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7" name="Equation"/>
                <p:cNvSpPr txBox="1"/>
                <p:nvPr/>
              </p:nvSpPr>
              <p:spPr>
                <a:xfrm>
                  <a:off x="0" y="1873868"/>
                  <a:ext cx="5189708" cy="6218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  <m:sSub>
                          <m:sSub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50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873868"/>
                  <a:ext cx="5189708" cy="621800"/>
                </a:xfrm>
                <a:prstGeom prst="rect">
                  <a:avLst/>
                </a:prstGeom>
                <a:blipFill>
                  <a:blip r:embed="rId5"/>
                  <a:stretch>
                    <a:fillRect r="-13631" b="-873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9" name="First, construct a set of queries, keys, and values:…"/>
              <p:cNvSpPr txBox="1"/>
              <p:nvPr/>
            </p:nvSpPr>
            <p:spPr>
              <a:xfrm>
                <a:off x="1864530" y="6257192"/>
                <a:ext cx="15019351" cy="309756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marL="611187" indent="-611187" algn="l">
                  <a:lnSpc>
                    <a:spcPct val="120000"/>
                  </a:lnSpc>
                  <a:spcBef>
                    <a:spcPts val="4200"/>
                  </a:spcBef>
                  <a:buSzPct val="145000"/>
                  <a:buChar char="•"/>
                </a:pPr>
                <a:r>
                  <a:t>First, construct a set of queries, keys, and values:</a:t>
                </a:r>
              </a:p>
              <a:p>
                <a:pPr marL="611187" indent="-611187" algn="l">
                  <a:lnSpc>
                    <a:spcPct val="120000"/>
                  </a:lnSpc>
                  <a:spcBef>
                    <a:spcPts val="4200"/>
                  </a:spcBef>
                  <a:buSzPct val="145000"/>
                  <a:buChar char="•"/>
                </a:pPr>
                <a:r>
                  <a:t>Second,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5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, compute attentions scores and attention distribution</a:t>
                </a:r>
              </a:p>
            </p:txBody>
          </p:sp>
        </mc:Choice>
        <mc:Fallback>
          <p:sp>
            <p:nvSpPr>
              <p:cNvPr id="509" name="First, construct a set of queries, keys, and values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530" y="6257192"/>
                <a:ext cx="15019351" cy="3097565"/>
              </a:xfrm>
              <a:prstGeom prst="rect">
                <a:avLst/>
              </a:prstGeom>
              <a:blipFill>
                <a:blip r:embed="rId6"/>
                <a:stretch>
                  <a:fillRect l="-2557" t="-10020" b="-943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0" name="Scaled dot-product…"/>
              <p:cNvSpPr txBox="1"/>
              <p:nvPr/>
            </p:nvSpPr>
            <p:spPr>
              <a:xfrm>
                <a:off x="14824991" y="9018937"/>
                <a:ext cx="4135959" cy="14424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:r>
                  <a:t>Scaled dot-product</a:t>
                </a:r>
              </a:p>
              <a:p>
                <a: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pPr>
                <a:r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300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sz="4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sz="4300" i="1">
                        <a:solidFill>
                          <a:srgbClr val="0075B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sz="4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sz="43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510" name="Scaled dot-product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4991" y="9018937"/>
                <a:ext cx="4135959" cy="1442488"/>
              </a:xfrm>
              <a:prstGeom prst="rect">
                <a:avLst/>
              </a:prstGeom>
              <a:blipFill>
                <a:blip r:embed="rId7"/>
                <a:stretch>
                  <a:fillRect l="-3392" t="-2954" r="-3245" b="-717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Equation"/>
              <p:cNvSpPr txBox="1"/>
              <p:nvPr/>
            </p:nvSpPr>
            <p:spPr>
              <a:xfrm>
                <a:off x="8141527" y="8726610"/>
                <a:ext cx="5663406" cy="171831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𝐪</m:t>
                                  </m:r>
                                </m:e>
                                <m:sub>
                                  <m:r>
                                    <a:rPr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𝐤</m:t>
                                  </m:r>
                                </m:e>
                                <m:sub>
                                  <m:r>
                                    <a:rPr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sz="4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sz="4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sz="4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sz="4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51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527" y="8726610"/>
                <a:ext cx="5663406" cy="1718311"/>
              </a:xfrm>
              <a:prstGeom prst="rect">
                <a:avLst/>
              </a:prstGeom>
              <a:blipFill>
                <a:blip r:embed="rId8"/>
                <a:stretch>
                  <a:fillRect b="-142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Finally, compute the weighted sum:"/>
          <p:cNvSpPr txBox="1"/>
          <p:nvPr/>
        </p:nvSpPr>
        <p:spPr>
          <a:xfrm>
            <a:off x="1864530" y="10687022"/>
            <a:ext cx="15019351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marL="611187" indent="-611187" algn="l">
              <a:lnSpc>
                <a:spcPct val="120000"/>
              </a:lnSpc>
              <a:spcBef>
                <a:spcPts val="4200"/>
              </a:spcBef>
              <a:buSzPct val="145000"/>
              <a:buChar char="•"/>
            </a:lvl1pPr>
          </a:lstStyle>
          <a:p>
            <a:r>
              <a:t>Finally, compute the weighted sum: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3" name="Equation"/>
              <p:cNvSpPr txBox="1"/>
              <p:nvPr/>
            </p:nvSpPr>
            <p:spPr>
              <a:xfrm>
                <a:off x="11204970" y="11117040"/>
                <a:ext cx="4334218" cy="157670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e>
                        <m:lim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Upp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5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4970" y="11117040"/>
                <a:ext cx="4334218" cy="1576700"/>
              </a:xfrm>
              <a:prstGeom prst="rect">
                <a:avLst/>
              </a:prstGeom>
              <a:blipFill>
                <a:blip r:embed="rId9"/>
                <a:stretch>
                  <a:fillRect r="-872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4" name="Text"/>
              <p:cNvSpPr txBox="1"/>
              <p:nvPr/>
            </p:nvSpPr>
            <p:spPr>
              <a:xfrm>
                <a:off x="17149304" y="11343122"/>
                <a:ext cx="1731416" cy="8214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4300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51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9304" y="11343122"/>
                <a:ext cx="1731416" cy="821495"/>
              </a:xfrm>
              <a:prstGeom prst="rect">
                <a:avLst/>
              </a:prstGeom>
              <a:blipFill>
                <a:blip r:embed="rId10"/>
                <a:stretch>
                  <a:fillRect l="-633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" grpId="0" animBg="1" advAuto="0"/>
      <p:bldP spid="508" grpId="0" animBg="1" advAuto="0"/>
      <p:bldP spid="509" grpId="0" build="p" bldLvl="5" animBg="1" advAuto="0"/>
      <p:bldP spid="510" grpId="0" animBg="1" advAuto="0"/>
      <p:bldP spid="511" grpId="0" animBg="1" advAuto="0"/>
      <p:bldP spid="512" grpId="0" animBg="1" advAuto="0"/>
      <p:bldP spid="513" grpId="0" animBg="1" advAuto="0"/>
      <p:bldP spid="514" grpId="0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Why scaled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scaled?</a:t>
            </a:r>
          </a:p>
        </p:txBody>
      </p:sp>
      <p:sp>
        <p:nvSpPr>
          <p:cNvPr id="517" name="Large values can cause softmax to saturate…"/>
          <p:cNvSpPr txBox="1">
            <a:spLocks noGrp="1"/>
          </p:cNvSpPr>
          <p:nvPr>
            <p:ph type="body" sz="quarter" idx="1"/>
          </p:nvPr>
        </p:nvSpPr>
        <p:spPr>
          <a:xfrm>
            <a:off x="713416" y="2985853"/>
            <a:ext cx="4296930" cy="8840391"/>
          </a:xfrm>
          <a:prstGeom prst="rect">
            <a:avLst/>
          </a:prstGeom>
        </p:spPr>
        <p:txBody>
          <a:bodyPr/>
          <a:lstStyle/>
          <a:p>
            <a:pPr marL="501173" indent="-501173" defTabSz="673655">
              <a:spcBef>
                <a:spcPts val="3400"/>
              </a:spcBef>
              <a:defRPr sz="3607"/>
            </a:pPr>
            <a:r>
              <a:t>Large values can cause softmax to saturate</a:t>
            </a:r>
          </a:p>
          <a:p>
            <a:pPr marL="501173" indent="-501173" defTabSz="673655">
              <a:spcBef>
                <a:spcPts val="3400"/>
              </a:spcBef>
              <a:defRPr sz="3607"/>
            </a:pPr>
            <a:r>
              <a:t>Large dimensions, more likely to have outlier values (high variance)</a:t>
            </a:r>
          </a:p>
          <a:p>
            <a:pPr marL="501173" indent="-501173" defTabSz="673655">
              <a:spcBef>
                <a:spcPts val="3400"/>
              </a:spcBef>
              <a:defRPr sz="3607"/>
            </a:pPr>
            <a:r>
              <a:t>Scaling helps to bring the variance down</a:t>
            </a:r>
          </a:p>
        </p:txBody>
      </p:sp>
      <p:sp>
        <p:nvSpPr>
          <p:cNvPr id="5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  <p:pic>
        <p:nvPicPr>
          <p:cNvPr id="519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287" y="2519890"/>
            <a:ext cx="18458820" cy="9772317"/>
          </a:xfrm>
          <a:prstGeom prst="rect">
            <a:avLst/>
          </a:prstGeom>
          <a:ln w="12700">
            <a:miter lim="400000"/>
          </a:ln>
        </p:spPr>
      </p:pic>
      <p:sp>
        <p:nvSpPr>
          <p:cNvPr id="520" name="https://apxml.com/courses/foundations-transformers-architecture/chapter-2-attention-mechanism-core-concepts/scaled-dot-product-attention"/>
          <p:cNvSpPr txBox="1"/>
          <p:nvPr/>
        </p:nvSpPr>
        <p:spPr>
          <a:xfrm>
            <a:off x="3721753" y="12443658"/>
            <a:ext cx="18062042" cy="477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457200">
              <a:lnSpc>
                <a:spcPct val="117999"/>
              </a:lnSpc>
              <a:defRPr sz="2200"/>
            </a:lvl1pPr>
          </a:lstStyle>
          <a:p>
            <a:r>
              <a:t>https://apxml.com/courses/foundations-transformers-architecture/chapter-2-attention-mechanism-core-concepts/scaled-dot-product-attention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elf-attention: matrix notation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Self-attention: matrix notation</a:t>
            </a:r>
          </a:p>
        </p:txBody>
      </p:sp>
      <p:sp>
        <p:nvSpPr>
          <p:cNvPr id="5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36</a:t>
            </a:fld>
            <a:endParaRPr/>
          </a:p>
        </p:txBody>
      </p:sp>
      <p:sp>
        <p:nvSpPr>
          <p:cNvPr id="524" name="Note: the notation on this slide are following the original paper…"/>
          <p:cNvSpPr txBox="1"/>
          <p:nvPr/>
        </p:nvSpPr>
        <p:spPr>
          <a:xfrm>
            <a:off x="9128359" y="3304734"/>
            <a:ext cx="11520959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/>
            </a:pPr>
            <a:r>
              <a:t>Note: the notation on this slide are following the original paper </a:t>
            </a:r>
          </a:p>
          <a:p>
            <a:pPr>
              <a:defRPr sz="3200"/>
            </a:pPr>
            <a:r>
              <a:t>(= the transpose of the matrices in the previous slide)</a:t>
            </a:r>
          </a:p>
        </p:txBody>
      </p:sp>
      <p:grpSp>
        <p:nvGrpSpPr>
          <p:cNvPr id="528" name="Group"/>
          <p:cNvGrpSpPr/>
          <p:nvPr/>
        </p:nvGrpSpPr>
        <p:grpSpPr>
          <a:xfrm>
            <a:off x="1500364" y="3517442"/>
            <a:ext cx="6637826" cy="3108613"/>
            <a:chOff x="0" y="0"/>
            <a:chExt cx="6637825" cy="310861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5" name="Equation"/>
                <p:cNvSpPr txBox="1"/>
                <p:nvPr/>
              </p:nvSpPr>
              <p:spPr>
                <a:xfrm>
                  <a:off x="0" y="0"/>
                  <a:ext cx="6637826" cy="7554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5600"/>
                </a:p>
              </p:txBody>
            </p:sp>
          </mc:Choice>
          <mc:Fallback>
            <p:sp>
              <p:nvSpPr>
                <p:cNvPr id="52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6637826" cy="755499"/>
                </a:xfrm>
                <a:prstGeom prst="rect">
                  <a:avLst/>
                </a:prstGeom>
                <a:blipFill>
                  <a:blip r:embed="rId2"/>
                  <a:stretch>
                    <a:fillRect r="-10652" b="-1371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6" name="Equation"/>
                <p:cNvSpPr txBox="1"/>
                <p:nvPr/>
              </p:nvSpPr>
              <p:spPr>
                <a:xfrm>
                  <a:off x="0" y="1203456"/>
                  <a:ext cx="6573257" cy="70830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5600"/>
                </a:p>
              </p:txBody>
            </p:sp>
          </mc:Choice>
          <mc:Fallback>
            <p:sp>
              <p:nvSpPr>
                <p:cNvPr id="52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203456"/>
                  <a:ext cx="6573257" cy="708307"/>
                </a:xfrm>
                <a:prstGeom prst="rect">
                  <a:avLst/>
                </a:prstGeom>
                <a:blipFill>
                  <a:blip r:embed="rId3"/>
                  <a:stretch>
                    <a:fillRect r="-12709" b="-136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7" name="Equation"/>
                <p:cNvSpPr txBox="1"/>
                <p:nvPr/>
              </p:nvSpPr>
              <p:spPr>
                <a:xfrm>
                  <a:off x="0" y="2400306"/>
                  <a:ext cx="6437406" cy="70830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5600"/>
                </a:p>
              </p:txBody>
            </p:sp>
          </mc:Choice>
          <mc:Fallback>
            <p:sp>
              <p:nvSpPr>
                <p:cNvPr id="52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400306"/>
                  <a:ext cx="6437406" cy="708307"/>
                </a:xfrm>
                <a:prstGeom prst="rect">
                  <a:avLst/>
                </a:prstGeom>
                <a:blipFill>
                  <a:blip r:embed="rId4"/>
                  <a:stretch>
                    <a:fillRect r="-12689" b="-1379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9" name="Equation"/>
              <p:cNvSpPr txBox="1"/>
              <p:nvPr/>
            </p:nvSpPr>
            <p:spPr>
              <a:xfrm>
                <a:off x="1419653" y="2184692"/>
                <a:ext cx="3072171" cy="6832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6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6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sz="6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6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6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sz="6100"/>
              </a:p>
            </p:txBody>
          </p:sp>
        </mc:Choice>
        <mc:Fallback>
          <p:sp>
            <p:nvSpPr>
              <p:cNvPr id="52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653" y="2184692"/>
                <a:ext cx="3072171" cy="683232"/>
              </a:xfrm>
              <a:prstGeom prst="rect">
                <a:avLst/>
              </a:prstGeom>
              <a:blipFill>
                <a:blip r:embed="rId5"/>
                <a:stretch>
                  <a:fillRect l="-397" r="-10317" b="-1339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0" name="Group"/>
          <p:cNvGrpSpPr/>
          <p:nvPr/>
        </p:nvGrpSpPr>
        <p:grpSpPr>
          <a:xfrm>
            <a:off x="9623855" y="4457975"/>
            <a:ext cx="14483015" cy="3881408"/>
            <a:chOff x="0" y="0"/>
            <a:chExt cx="14483013" cy="38814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0" name="Text"/>
                <p:cNvSpPr txBox="1"/>
                <p:nvPr/>
              </p:nvSpPr>
              <p:spPr>
                <a:xfrm>
                  <a:off x="-1" y="1228084"/>
                  <a:ext cx="11263233" cy="2653323"/>
                </a:xfrm>
                <a:prstGeom prst="rect">
                  <a:avLst/>
                </a:prstGeom>
                <a:noFill/>
                <a:ln w="50800" cap="flat">
                  <a:solidFill>
                    <a:srgbClr val="929292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254000" tIns="254000" rIns="254000" bIns="254000" numCol="1" anchor="ctr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Attention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nor/>
                          </m:rP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softmax</m:t>
                        </m:r>
                        <m:d>
                          <m:dPr>
                            <m:ctrlPr>
                              <a:rPr sz="53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sz="53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sz="53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sSup>
                                  <m:sSupPr>
                                    <m:ctrlPr>
                                      <a:rPr sz="5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5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p>
                                    <m:r>
                                      <a:rPr sz="5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sz="53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sz="5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5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sz="53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rad>
                              </m:den>
                            </m:f>
                          </m:e>
                        </m:d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30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" y="1228084"/>
                  <a:ext cx="11263233" cy="2653323"/>
                </a:xfrm>
                <a:prstGeom prst="rect">
                  <a:avLst/>
                </a:prstGeom>
                <a:blipFill>
                  <a:blip r:embed="rId6"/>
                  <a:stretch>
                    <a:fillRect l="-216"/>
                  </a:stretch>
                </a:blipFill>
                <a:ln w="50800" cap="flat">
                  <a:solidFill>
                    <a:srgbClr val="929292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3" name="Group"/>
            <p:cNvGrpSpPr/>
            <p:nvPr/>
          </p:nvGrpSpPr>
          <p:grpSpPr>
            <a:xfrm>
              <a:off x="6934597" y="-1"/>
              <a:ext cx="2283215" cy="1561727"/>
              <a:chOff x="0" y="215430"/>
              <a:chExt cx="2283214" cy="1561725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1" name="Rectangle"/>
                  <p:cNvSpPr txBox="1"/>
                  <p:nvPr/>
                </p:nvSpPr>
                <p:spPr>
                  <a:xfrm>
                    <a:off x="0" y="215430"/>
                    <a:ext cx="2283215" cy="8963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600">
                        <a:solidFill>
                          <a:schemeClr val="accent1">
                            <a:lumOff val="-13575"/>
                          </a:schemeClr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sz="43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43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0076B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31" name="Rectangle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15430"/>
                    <a:ext cx="2283215" cy="8963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2" name="Line"/>
              <p:cNvSpPr/>
              <p:nvPr/>
            </p:nvSpPr>
            <p:spPr>
              <a:xfrm>
                <a:off x="1171975" y="1048200"/>
                <a:ext cx="728957" cy="728957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536" name="Group"/>
            <p:cNvGrpSpPr/>
            <p:nvPr/>
          </p:nvGrpSpPr>
          <p:grpSpPr>
            <a:xfrm>
              <a:off x="8579338" y="71940"/>
              <a:ext cx="2966009" cy="1417845"/>
              <a:chOff x="0" y="0"/>
              <a:chExt cx="2966007" cy="1417844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4" name="Rectangle"/>
                  <p:cNvSpPr txBox="1"/>
                  <p:nvPr/>
                </p:nvSpPr>
                <p:spPr>
                  <a:xfrm>
                    <a:off x="0" y="0"/>
                    <a:ext cx="2966008" cy="81874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600">
                        <a:solidFill>
                          <a:schemeClr val="accent1">
                            <a:lumOff val="-13575"/>
                          </a:schemeClr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300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43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>
                      <a:solidFill>
                        <a:srgbClr val="0076B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34" name="Rectangle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2966008" cy="81874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5" name="Line"/>
              <p:cNvSpPr/>
              <p:nvPr/>
            </p:nvSpPr>
            <p:spPr>
              <a:xfrm flipH="1">
                <a:off x="898559" y="793950"/>
                <a:ext cx="623895" cy="623895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539" name="Group"/>
            <p:cNvGrpSpPr/>
            <p:nvPr/>
          </p:nvGrpSpPr>
          <p:grpSpPr>
            <a:xfrm>
              <a:off x="10466932" y="2673853"/>
              <a:ext cx="4016082" cy="1167639"/>
              <a:chOff x="0" y="-55820"/>
              <a:chExt cx="4016080" cy="116763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7" name="Rectangle"/>
                  <p:cNvSpPr txBox="1"/>
                  <p:nvPr/>
                </p:nvSpPr>
                <p:spPr>
                  <a:xfrm>
                    <a:off x="0" y="215430"/>
                    <a:ext cx="4016081" cy="89638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600">
                        <a:solidFill>
                          <a:schemeClr val="accent1">
                            <a:lumOff val="-13575"/>
                          </a:schemeClr>
                        </a:solidFill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43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sz="43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43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oMath>
                      </m:oMathPara>
                    </a14:m>
                    <a:endParaRPr>
                      <a:solidFill>
                        <a:srgbClr val="0076B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37" name="Rectangle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15430"/>
                    <a:ext cx="4016081" cy="89638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8" name="Line"/>
              <p:cNvSpPr/>
              <p:nvPr/>
            </p:nvSpPr>
            <p:spPr>
              <a:xfrm flipH="1" flipV="1">
                <a:off x="603620" y="-55821"/>
                <a:ext cx="1000669" cy="494847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543" name="Group"/>
          <p:cNvGrpSpPr/>
          <p:nvPr/>
        </p:nvGrpSpPr>
        <p:grpSpPr>
          <a:xfrm>
            <a:off x="8284730" y="8954316"/>
            <a:ext cx="13765214" cy="2919215"/>
            <a:chOff x="0" y="0"/>
            <a:chExt cx="13765212" cy="2919214"/>
          </a:xfrm>
        </p:grpSpPr>
        <p:pic>
          <p:nvPicPr>
            <p:cNvPr id="541" name="Image" descr="Image"/>
            <p:cNvPicPr>
              <a:picLocks noChangeAspect="1"/>
            </p:cNvPicPr>
            <p:nvPr/>
          </p:nvPicPr>
          <p:blipFill>
            <a:blip r:embed="rId10"/>
            <a:srcRect b="34137"/>
            <a:stretch>
              <a:fillRect/>
            </a:stretch>
          </p:blipFill>
          <p:spPr>
            <a:xfrm>
              <a:off x="0" y="0"/>
              <a:ext cx="11341100" cy="29192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2" name="Image" descr="Imag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955672" y="202558"/>
              <a:ext cx="3809541" cy="25142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44" name="Be careful to make sure…"/>
          <p:cNvSpPr txBox="1"/>
          <p:nvPr/>
        </p:nvSpPr>
        <p:spPr>
          <a:xfrm>
            <a:off x="1652634" y="8382800"/>
            <a:ext cx="7788581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solidFill>
                  <a:schemeClr val="accent5">
                    <a:lumOff val="-29866"/>
                  </a:schemeClr>
                </a:solidFill>
              </a:defRPr>
            </a:pPr>
            <a:r>
              <a:t>Be careful to make sure </a:t>
            </a:r>
          </a:p>
          <a:p>
            <a:pPr>
              <a:defRPr sz="3200">
                <a:solidFill>
                  <a:schemeClr val="accent5">
                    <a:lumOff val="-29866"/>
                  </a:schemeClr>
                </a:solidFill>
              </a:defRPr>
            </a:pPr>
            <a:r>
              <a:t>the softmax is over the correct dimension </a:t>
            </a:r>
          </a:p>
        </p:txBody>
      </p:sp>
      <p:sp>
        <p:nvSpPr>
          <p:cNvPr id="545" name="(figure credit: Jay Alammar…"/>
          <p:cNvSpPr txBox="1"/>
          <p:nvPr/>
        </p:nvSpPr>
        <p:spPr>
          <a:xfrm>
            <a:off x="14801120" y="12254761"/>
            <a:ext cx="8931784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12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13"/>
              </a:rPr>
              <a:t>http://jalammar.github.io/illustrated-transformer/</a:t>
            </a:r>
            <a:r>
              <a:t>)</a:t>
            </a:r>
          </a:p>
        </p:txBody>
      </p:sp>
      <p:sp>
        <p:nvSpPr>
          <p:cNvPr id="546" name="Each row corresponds a token"/>
          <p:cNvSpPr txBox="1"/>
          <p:nvPr/>
        </p:nvSpPr>
        <p:spPr>
          <a:xfrm>
            <a:off x="9655348" y="4727287"/>
            <a:ext cx="7039756" cy="109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 sz="3200"/>
            </a:lvl1pPr>
          </a:lstStyle>
          <a:p>
            <a:r>
              <a:t>Each row corresponds a token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" grpId="0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49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37</a:t>
            </a:fld>
            <a:endParaRPr/>
          </a:p>
        </p:txBody>
      </p:sp>
      <p:pic>
        <p:nvPicPr>
          <p:cNvPr id="551" name="Image" descr="Image"/>
          <p:cNvPicPr>
            <a:picLocks noChangeAspect="1"/>
          </p:cNvPicPr>
          <p:nvPr/>
        </p:nvPicPr>
        <p:blipFill>
          <a:blip r:embed="rId2"/>
          <a:srcRect b="4726"/>
          <a:stretch>
            <a:fillRect/>
          </a:stretch>
        </p:blipFill>
        <p:spPr>
          <a:xfrm>
            <a:off x="482925" y="583009"/>
            <a:ext cx="23418071" cy="125500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627814" y="5479487"/>
            <a:ext cx="3367555" cy="6127508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Multi-head self-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Multi-head self-attention</a:t>
            </a:r>
          </a:p>
        </p:txBody>
      </p:sp>
      <p:grpSp>
        <p:nvGrpSpPr>
          <p:cNvPr id="558" name="Group"/>
          <p:cNvGrpSpPr/>
          <p:nvPr/>
        </p:nvGrpSpPr>
        <p:grpSpPr>
          <a:xfrm>
            <a:off x="3716473" y="3213600"/>
            <a:ext cx="8941198" cy="9094519"/>
            <a:chOff x="-62" y="0"/>
            <a:chExt cx="8941196" cy="9094517"/>
          </a:xfrm>
        </p:grpSpPr>
        <p:sp>
          <p:nvSpPr>
            <p:cNvPr id="555" name="Callout"/>
            <p:cNvSpPr/>
            <p:nvPr/>
          </p:nvSpPr>
          <p:spPr>
            <a:xfrm>
              <a:off x="-63" y="1259411"/>
              <a:ext cx="8941198" cy="7835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465" y="0"/>
                  </a:moveTo>
                  <a:cubicBezTo>
                    <a:pt x="17566" y="0"/>
                    <a:pt x="17648" y="93"/>
                    <a:pt x="17648" y="209"/>
                  </a:cubicBezTo>
                  <a:lnTo>
                    <a:pt x="17648" y="10176"/>
                  </a:lnTo>
                  <a:lnTo>
                    <a:pt x="21600" y="10977"/>
                  </a:lnTo>
                  <a:lnTo>
                    <a:pt x="17648" y="11777"/>
                  </a:lnTo>
                  <a:lnTo>
                    <a:pt x="17648" y="21391"/>
                  </a:lnTo>
                  <a:cubicBezTo>
                    <a:pt x="17648" y="21507"/>
                    <a:pt x="17566" y="21600"/>
                    <a:pt x="17465" y="21600"/>
                  </a:cubicBezTo>
                  <a:lnTo>
                    <a:pt x="183" y="21600"/>
                  </a:lnTo>
                  <a:cubicBezTo>
                    <a:pt x="82" y="21600"/>
                    <a:pt x="0" y="21507"/>
                    <a:pt x="0" y="21391"/>
                  </a:cubicBezTo>
                  <a:lnTo>
                    <a:pt x="0" y="209"/>
                  </a:lnTo>
                  <a:cubicBezTo>
                    <a:pt x="0" y="93"/>
                    <a:pt x="82" y="0"/>
                    <a:pt x="183" y="0"/>
                  </a:cubicBezTo>
                  <a:lnTo>
                    <a:pt x="17465" y="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556" name="Screen Shot 2020-03-14 at 7.53.37 PM.png" descr="Screen Shot 2020-03-14 at 7.53.37 PM.png"/>
            <p:cNvPicPr>
              <a:picLocks noChangeAspect="1"/>
            </p:cNvPicPr>
            <p:nvPr/>
          </p:nvPicPr>
          <p:blipFill>
            <a:blip r:embed="rId3"/>
            <a:srcRect l="16054" t="15226" r="16054" b="3142"/>
            <a:stretch>
              <a:fillRect/>
            </a:stretch>
          </p:blipFill>
          <p:spPr>
            <a:xfrm>
              <a:off x="933420" y="1627711"/>
              <a:ext cx="4828122" cy="70988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7" name="Scaled Dot-Product Attention"/>
            <p:cNvSpPr txBox="1"/>
            <p:nvPr/>
          </p:nvSpPr>
          <p:spPr>
            <a:xfrm>
              <a:off x="527460" y="0"/>
              <a:ext cx="6704656" cy="11015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defTabSz="616148">
                <a:defRPr sz="3900"/>
              </a:lvl1pPr>
            </a:lstStyle>
            <a:p>
              <a:r>
                <a:t>Scaled Dot-Product Attention</a:t>
              </a:r>
            </a:p>
          </p:txBody>
        </p:sp>
      </p:grpSp>
      <p:grpSp>
        <p:nvGrpSpPr>
          <p:cNvPr id="564" name="Group"/>
          <p:cNvGrpSpPr/>
          <p:nvPr/>
        </p:nvGrpSpPr>
        <p:grpSpPr>
          <a:xfrm>
            <a:off x="12015566" y="3213600"/>
            <a:ext cx="8945960" cy="9037527"/>
            <a:chOff x="-62" y="0"/>
            <a:chExt cx="8945959" cy="9037525"/>
          </a:xfrm>
        </p:grpSpPr>
        <p:grpSp>
          <p:nvGrpSpPr>
            <p:cNvPr id="562" name="Group"/>
            <p:cNvGrpSpPr/>
            <p:nvPr/>
          </p:nvGrpSpPr>
          <p:grpSpPr>
            <a:xfrm>
              <a:off x="-63" y="-1"/>
              <a:ext cx="8945961" cy="9037527"/>
              <a:chOff x="-62" y="0"/>
              <a:chExt cx="8945959" cy="9037525"/>
            </a:xfrm>
          </p:grpSpPr>
          <p:sp>
            <p:nvSpPr>
              <p:cNvPr id="559" name="Callout"/>
              <p:cNvSpPr/>
              <p:nvPr/>
            </p:nvSpPr>
            <p:spPr>
              <a:xfrm>
                <a:off x="-63" y="1202419"/>
                <a:ext cx="8945961" cy="78351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456" y="0"/>
                    </a:moveTo>
                    <a:cubicBezTo>
                      <a:pt x="17557" y="0"/>
                      <a:pt x="17639" y="93"/>
                      <a:pt x="17639" y="209"/>
                    </a:cubicBezTo>
                    <a:lnTo>
                      <a:pt x="17639" y="9450"/>
                    </a:lnTo>
                    <a:lnTo>
                      <a:pt x="21600" y="10250"/>
                    </a:lnTo>
                    <a:lnTo>
                      <a:pt x="17639" y="11049"/>
                    </a:lnTo>
                    <a:lnTo>
                      <a:pt x="17639" y="21391"/>
                    </a:lnTo>
                    <a:cubicBezTo>
                      <a:pt x="17639" y="21507"/>
                      <a:pt x="17557" y="21600"/>
                      <a:pt x="17456" y="21600"/>
                    </a:cubicBezTo>
                    <a:lnTo>
                      <a:pt x="183" y="21600"/>
                    </a:lnTo>
                    <a:cubicBezTo>
                      <a:pt x="82" y="21600"/>
                      <a:pt x="0" y="21507"/>
                      <a:pt x="0" y="21391"/>
                    </a:cubicBezTo>
                    <a:lnTo>
                      <a:pt x="0" y="209"/>
                    </a:lnTo>
                    <a:cubicBezTo>
                      <a:pt x="0" y="93"/>
                      <a:pt x="82" y="0"/>
                      <a:pt x="183" y="0"/>
                    </a:cubicBezTo>
                    <a:lnTo>
                      <a:pt x="17456" y="0"/>
                    </a:lnTo>
                    <a:close/>
                  </a:path>
                </a:pathLst>
              </a:custGeom>
              <a:noFill/>
              <a:ln w="63500" cap="flat">
                <a:solidFill>
                  <a:schemeClr val="accent1">
                    <a:hueOff val="114395"/>
                    <a:lumOff val="-24975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pic>
            <p:nvPicPr>
              <p:cNvPr id="560" name="Screen Shot 2020-03-14 at 7.53.44 PM.png" descr="Screen Shot 2020-03-14 at 7.53.44 PM.png"/>
              <p:cNvPicPr>
                <a:picLocks noChangeAspect="1"/>
              </p:cNvPicPr>
              <p:nvPr/>
            </p:nvPicPr>
            <p:blipFill>
              <a:blip r:embed="rId4"/>
              <a:srcRect l="6758" t="9672" r="2523"/>
              <a:stretch>
                <a:fillRect/>
              </a:stretch>
            </p:blipFill>
            <p:spPr>
              <a:xfrm>
                <a:off x="365764" y="1952156"/>
                <a:ext cx="5424415" cy="675484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61" name="self-attention"/>
              <p:cNvSpPr txBox="1"/>
              <p:nvPr/>
            </p:nvSpPr>
            <p:spPr>
              <a:xfrm>
                <a:off x="587078" y="0"/>
                <a:ext cx="5321940" cy="11015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rmAutofit/>
              </a:bodyPr>
              <a:lstStyle>
                <a:lvl1pPr>
                  <a:defRPr sz="5200"/>
                </a:lvl1pPr>
              </a:lstStyle>
              <a:p>
                <a:r>
                  <a:t>self-attention</a:t>
                </a:r>
              </a:p>
            </p:txBody>
          </p:sp>
        </p:grpSp>
        <p:sp>
          <p:nvSpPr>
            <p:cNvPr id="563" name="Multiple…"/>
            <p:cNvSpPr txBox="1"/>
            <p:nvPr/>
          </p:nvSpPr>
          <p:spPr>
            <a:xfrm>
              <a:off x="5127019" y="2596489"/>
              <a:ext cx="1750414" cy="17295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defTabSz="813315">
                <a:defRPr sz="3564"/>
              </a:pPr>
              <a:r>
                <a:t>Multiple</a:t>
              </a:r>
            </a:p>
            <a:p>
              <a:pPr defTabSz="813315">
                <a:defRPr sz="3564"/>
              </a:pPr>
              <a:r>
                <a:t>Heads</a:t>
              </a:r>
            </a:p>
          </p:txBody>
        </p:sp>
      </p:grpSp>
      <p:sp>
        <p:nvSpPr>
          <p:cNvPr id="5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38</a:t>
            </a:fld>
            <a:endParaRPr/>
          </a:p>
        </p:txBody>
      </p:sp>
      <p:pic>
        <p:nvPicPr>
          <p:cNvPr id="566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88" y="12742891"/>
            <a:ext cx="6692901" cy="495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803400"/>
            <a:ext cx="18288000" cy="1010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69" name="(figure credit: Jay Alammar…"/>
          <p:cNvSpPr txBox="1"/>
          <p:nvPr/>
        </p:nvSpPr>
        <p:spPr>
          <a:xfrm>
            <a:off x="16156337" y="12164978"/>
            <a:ext cx="7675602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3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4"/>
              </a:rPr>
              <a:t>http://jalammar.github.io/illustrated-gpt2/</a:t>
            </a:r>
            <a:r>
              <a:t>)</a:t>
            </a:r>
          </a:p>
        </p:txBody>
      </p:sp>
      <p:sp>
        <p:nvSpPr>
          <p:cNvPr id="5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39</a:t>
            </a:fld>
            <a:endParaRPr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765300"/>
            <a:ext cx="18288000" cy="10185400"/>
          </a:xfrm>
          <a:prstGeom prst="rect">
            <a:avLst/>
          </a:prstGeom>
          <a:ln w="12700">
            <a:miter lim="400000"/>
          </a:ln>
        </p:spPr>
      </p:pic>
      <p:sp>
        <p:nvSpPr>
          <p:cNvPr id="573" name="(figure credit: Jay Alammar…"/>
          <p:cNvSpPr txBox="1"/>
          <p:nvPr/>
        </p:nvSpPr>
        <p:spPr>
          <a:xfrm>
            <a:off x="16156337" y="12164978"/>
            <a:ext cx="7675602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3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4"/>
              </a:rPr>
              <a:t>http://jalammar.github.io/illustrated-gpt2/</a:t>
            </a:r>
            <a:r>
              <a:t>)</a:t>
            </a:r>
          </a:p>
        </p:txBody>
      </p:sp>
      <p:sp>
        <p:nvSpPr>
          <p:cNvPr id="5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40</a:t>
            </a:fld>
            <a:endParaRPr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905000"/>
            <a:ext cx="18288000" cy="990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77" name="(figure credit: Jay Alammar…"/>
          <p:cNvSpPr txBox="1"/>
          <p:nvPr/>
        </p:nvSpPr>
        <p:spPr>
          <a:xfrm>
            <a:off x="16156337" y="12164978"/>
            <a:ext cx="7675602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3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4"/>
              </a:rPr>
              <a:t>http://jalammar.github.io/illustrated-gpt2/</a:t>
            </a:r>
            <a:r>
              <a:t>)</a:t>
            </a:r>
          </a:p>
        </p:txBody>
      </p:sp>
      <p:sp>
        <p:nvSpPr>
          <p:cNvPr id="5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41</a:t>
            </a:fld>
            <a:endParaRPr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489200"/>
            <a:ext cx="18288000" cy="8737600"/>
          </a:xfrm>
          <a:prstGeom prst="rect">
            <a:avLst/>
          </a:prstGeom>
          <a:ln w="12700">
            <a:miter lim="400000"/>
          </a:ln>
        </p:spPr>
      </p:pic>
      <p:sp>
        <p:nvSpPr>
          <p:cNvPr id="581" name="(figure credit: Jay Alammar…"/>
          <p:cNvSpPr txBox="1"/>
          <p:nvPr/>
        </p:nvSpPr>
        <p:spPr>
          <a:xfrm>
            <a:off x="16156337" y="12164978"/>
            <a:ext cx="7675602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3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4"/>
              </a:rPr>
              <a:t>http://jalammar.github.io/illustrated-gpt2/</a:t>
            </a:r>
            <a:r>
              <a:t>)</a:t>
            </a:r>
          </a:p>
        </p:txBody>
      </p:sp>
      <p:sp>
        <p:nvSpPr>
          <p:cNvPr id="5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42</a:t>
            </a:fld>
            <a:endParaRPr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Multi-head self-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Multi-head self-attention</a:t>
            </a:r>
          </a:p>
        </p:txBody>
      </p:sp>
      <p:sp>
        <p:nvSpPr>
          <p:cNvPr id="585" name="One head is not expressive enough. Let’s have multiple heads!"/>
          <p:cNvSpPr txBox="1">
            <a:spLocks noGrp="1"/>
          </p:cNvSpPr>
          <p:nvPr>
            <p:ph type="body" sz="quarter" idx="1"/>
          </p:nvPr>
        </p:nvSpPr>
        <p:spPr>
          <a:xfrm>
            <a:off x="4387453" y="2492414"/>
            <a:ext cx="15609094" cy="1115244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One head is not expressive enough. Let’s have multiple heads!</a:t>
            </a:r>
          </a:p>
        </p:txBody>
      </p:sp>
      <p:grpSp>
        <p:nvGrpSpPr>
          <p:cNvPr id="589" name="Group"/>
          <p:cNvGrpSpPr/>
          <p:nvPr/>
        </p:nvGrpSpPr>
        <p:grpSpPr>
          <a:xfrm>
            <a:off x="4721256" y="3085839"/>
            <a:ext cx="16144756" cy="2373166"/>
            <a:chOff x="-497979" y="-299242"/>
            <a:chExt cx="16144754" cy="237316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6" name="Rectangle"/>
                <p:cNvSpPr txBox="1"/>
                <p:nvPr/>
              </p:nvSpPr>
              <p:spPr>
                <a:xfrm>
                  <a:off x="-497980" y="-299243"/>
                  <a:ext cx="10063824" cy="176616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>
                  <a:lvl1pPr algn="l">
                    <a:spcBef>
                      <a:spcPts val="1400"/>
                    </a:spcBef>
                    <a:defRPr sz="3800"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Multihead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Concat</m:t>
                        </m:r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sz="3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38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p>
                        </m:sSup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86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97980" y="-299243"/>
                  <a:ext cx="10063824" cy="176616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7" name="Rectangle"/>
                <p:cNvSpPr txBox="1"/>
                <p:nvPr/>
              </p:nvSpPr>
              <p:spPr>
                <a:xfrm>
                  <a:off x="1233462" y="800118"/>
                  <a:ext cx="6600940" cy="127380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 fontScale="92500"/>
                </a:bodyPr>
                <a:lstStyle>
                  <a:lvl1pPr algn="l">
                    <a:spcBef>
                      <a:spcPts val="1400"/>
                    </a:spcBef>
                    <a:defRPr sz="3800"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3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bSup>
                          <m:sSub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bSup>
                          <m:sSub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bSup>
                          <m:sSub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3900"/>
                </a:p>
              </p:txBody>
            </p:sp>
          </mc:Choice>
          <mc:Fallback>
            <p:sp>
              <p:nvSpPr>
                <p:cNvPr id="587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3462" y="800118"/>
                  <a:ext cx="6600940" cy="127380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8" name="In practice,  ,"/>
                <p:cNvSpPr txBox="1"/>
                <p:nvPr/>
              </p:nvSpPr>
              <p:spPr>
                <a:xfrm>
                  <a:off x="9789610" y="677740"/>
                  <a:ext cx="5857166" cy="11152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 lnSpcReduction="10000"/>
                </a:bodyPr>
                <a:lstStyle/>
                <a:p>
                  <a:pPr algn="l" defTabSz="624363">
                    <a:spcBef>
                      <a:spcPts val="1000"/>
                    </a:spcBef>
                    <a:defRPr sz="2888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In practice, </a:t>
                  </a:r>
                  <a14:m>
                    <m:oMath xmlns:m="http://schemas.openxmlformats.org/officeDocument/2006/math"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a14:m>
                  <a:r>
                    <a:t>, </a:t>
                  </a:r>
                  <a14:m>
                    <m:oMath xmlns:m="http://schemas.openxmlformats.org/officeDocument/2006/math"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  <m:r>
                        <a:rPr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sSub>
                            <m:sSubPr>
                              <m:ctrlPr>
                                <a:rPr sz="3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3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sz="3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sz="3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3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3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sup>
                      </m:sSup>
                    </m:oMath>
                  </a14:m>
                  <a:endParaRPr sz="3900"/>
                </a:p>
              </p:txBody>
            </p:sp>
          </mc:Choice>
          <mc:Fallback>
            <p:sp>
              <p:nvSpPr>
                <p:cNvPr id="588" name="In practice,  ,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9610" y="677740"/>
                  <a:ext cx="5857166" cy="1115243"/>
                </a:xfrm>
                <a:prstGeom prst="rect">
                  <a:avLst/>
                </a:prstGeom>
                <a:blipFill>
                  <a:blip r:embed="rId5"/>
                  <a:stretch>
                    <a:fillRect l="-2601" t="-1093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0" name="https://github.com/jessevig/bertviz"/>
          <p:cNvSpPr txBox="1"/>
          <p:nvPr/>
        </p:nvSpPr>
        <p:spPr>
          <a:xfrm>
            <a:off x="9687197" y="12619046"/>
            <a:ext cx="5009606" cy="485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 defTabSz="642937">
              <a:lnSpc>
                <a:spcPts val="4800"/>
              </a:lnSpc>
              <a:defRPr sz="2400" u="sng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  <a:hlinkClick r:id="rId6"/>
              </a:defRPr>
            </a:lvl1pPr>
          </a:lstStyle>
          <a:p>
            <a:r>
              <a:rPr>
                <a:hlinkClick r:id="rId6"/>
              </a:rPr>
              <a:t>https://github.com/jessevig/bertviz</a:t>
            </a:r>
          </a:p>
        </p:txBody>
      </p:sp>
      <p:grpSp>
        <p:nvGrpSpPr>
          <p:cNvPr id="594" name="Group"/>
          <p:cNvGrpSpPr/>
          <p:nvPr/>
        </p:nvGrpSpPr>
        <p:grpSpPr>
          <a:xfrm>
            <a:off x="4075971" y="5633230"/>
            <a:ext cx="16526293" cy="6967670"/>
            <a:chOff x="0" y="0"/>
            <a:chExt cx="16526292" cy="6967668"/>
          </a:xfrm>
        </p:grpSpPr>
        <p:pic>
          <p:nvPicPr>
            <p:cNvPr id="591" name="Screen Shot 2019-11-18 at 6.46.06 PM.png" descr="Screen Shot 2019-11-18 at 6.46.06 PM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76963"/>
              <a:ext cx="5471067" cy="68907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2" name="Screen Shot 2019-11-18 at 6.46.50 PM.png" descr="Screen Shot 2019-11-18 at 6.46.50 PM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29673" y="0"/>
              <a:ext cx="5596620" cy="67032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93" name="Screen Shot 2019-11-18 at 6.47.44 PM.png" descr="Screen Shot 2019-11-18 at 6.47.44 PM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575900" y="72525"/>
              <a:ext cx="5596620" cy="67352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" grpId="0" animBg="1" advAuto="0"/>
      <p:bldP spid="594" grpId="0" animBg="1" advAuto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Why different heads?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506592"/>
          </a:xfrm>
          <a:prstGeom prst="rect">
            <a:avLst/>
          </a:prstGeom>
        </p:spPr>
        <p:txBody>
          <a:bodyPr/>
          <a:lstStyle/>
          <a:p>
            <a:r>
              <a:t>Why different heads?</a:t>
            </a:r>
          </a:p>
        </p:txBody>
      </p:sp>
      <p:sp>
        <p:nvSpPr>
          <p:cNvPr id="600" name="Different heads learn to attend to different things"/>
          <p:cNvSpPr txBox="1">
            <a:spLocks noGrp="1"/>
          </p:cNvSpPr>
          <p:nvPr>
            <p:ph type="body" sz="quarter" idx="1"/>
          </p:nvPr>
        </p:nvSpPr>
        <p:spPr>
          <a:xfrm>
            <a:off x="2643343" y="1756743"/>
            <a:ext cx="15609094" cy="907382"/>
          </a:xfrm>
          <a:prstGeom prst="rect">
            <a:avLst/>
          </a:prstGeom>
        </p:spPr>
        <p:txBody>
          <a:bodyPr/>
          <a:lstStyle/>
          <a:p>
            <a:r>
              <a:t>Different heads learn to attend to different things</a:t>
            </a:r>
          </a:p>
        </p:txBody>
      </p:sp>
      <p:sp>
        <p:nvSpPr>
          <p:cNvPr id="6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44</a:t>
            </a:fld>
            <a:endParaRPr/>
          </a:p>
        </p:txBody>
      </p:sp>
      <p:pic>
        <p:nvPicPr>
          <p:cNvPr id="60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491" y="2741561"/>
            <a:ext cx="17605821" cy="9886753"/>
          </a:xfrm>
          <a:prstGeom prst="rect">
            <a:avLst/>
          </a:prstGeom>
          <a:ln w="12700">
            <a:miter lim="400000"/>
          </a:ln>
        </p:spPr>
      </p:pic>
      <p:sp>
        <p:nvSpPr>
          <p:cNvPr id="603" name="Emergent linguistic structure in artificial neural networks trained by self-supervision, Manning et al, PNAS 2019"/>
          <p:cNvSpPr txBox="1"/>
          <p:nvPr/>
        </p:nvSpPr>
        <p:spPr>
          <a:xfrm>
            <a:off x="1731371" y="12513612"/>
            <a:ext cx="20075272" cy="626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Emergent linguistic structure in artificial neural networks trained by self-supervision, </a:t>
            </a:r>
            <a:r>
              <a:rPr i="0"/>
              <a:t>Manning et al, PNAS 2019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Multiple hea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Multiple heads</a:t>
            </a:r>
          </a:p>
        </p:txBody>
      </p:sp>
      <p:sp>
        <p:nvSpPr>
          <p:cNvPr id="608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60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953" y="2958107"/>
            <a:ext cx="18237201" cy="10210801"/>
          </a:xfrm>
          <a:prstGeom prst="rect">
            <a:avLst/>
          </a:prstGeom>
          <a:ln w="12700">
            <a:miter lim="400000"/>
          </a:ln>
        </p:spPr>
      </p:pic>
      <p:sp>
        <p:nvSpPr>
          <p:cNvPr id="610" name="Rectangle"/>
          <p:cNvSpPr/>
          <p:nvPr/>
        </p:nvSpPr>
        <p:spPr>
          <a:xfrm>
            <a:off x="2342962" y="4522994"/>
            <a:ext cx="5580805" cy="871493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11" name="Rectangle"/>
          <p:cNvSpPr/>
          <p:nvPr/>
        </p:nvSpPr>
        <p:spPr>
          <a:xfrm>
            <a:off x="2547804" y="2746831"/>
            <a:ext cx="8931784" cy="193819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12" name="Multiple (different) representations for each query, key, and values…"/>
          <p:cNvSpPr txBox="1"/>
          <p:nvPr/>
        </p:nvSpPr>
        <p:spPr>
          <a:xfrm>
            <a:off x="416840" y="5112126"/>
            <a:ext cx="8392444" cy="5390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Multiple (different) representations for each </a:t>
            </a:r>
            <a:r>
              <a:rPr>
                <a:solidFill>
                  <a:srgbClr val="9919E4"/>
                </a:solidFill>
              </a:rPr>
              <a:t>query</a:t>
            </a:r>
            <a:r>
              <a:t>, </a:t>
            </a:r>
            <a:r>
              <a:rPr>
                <a:solidFill>
                  <a:schemeClr val="accent4">
                    <a:hueOff val="-1081314"/>
                    <a:satOff val="4338"/>
                    <a:lumOff val="-8931"/>
                  </a:schemeClr>
                </a:solidFill>
              </a:rPr>
              <a:t>key</a:t>
            </a:r>
            <a:r>
              <a:t>, and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values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Different weight matrices —&gt; different vectors 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Different ways for the words to interact with each other</a:t>
            </a:r>
          </a:p>
        </p:txBody>
      </p:sp>
      <p:sp>
        <p:nvSpPr>
          <p:cNvPr id="613" name="(figure credit: Jay Alammar…"/>
          <p:cNvSpPr txBox="1"/>
          <p:nvPr/>
        </p:nvSpPr>
        <p:spPr>
          <a:xfrm>
            <a:off x="14801120" y="12254761"/>
            <a:ext cx="8931784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3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4"/>
              </a:rPr>
              <a:t>http://jalammar.github.io/illustrated-transformer/</a:t>
            </a:r>
            <a:r>
              <a:t>)</a:t>
            </a:r>
          </a:p>
        </p:txBody>
      </p:sp>
      <p:sp>
        <p:nvSpPr>
          <p:cNvPr id="6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45</a:t>
            </a:fld>
            <a:endParaRPr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Multi-head attention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Multi-head attention</a:t>
            </a:r>
          </a:p>
        </p:txBody>
      </p:sp>
      <p:sp>
        <p:nvSpPr>
          <p:cNvPr id="617" name="In practice, we use a reduced dimension for each head.…"/>
          <p:cNvSpPr txBox="1">
            <a:spLocks noGrp="1"/>
          </p:cNvSpPr>
          <p:nvPr>
            <p:ph type="body" idx="1"/>
          </p:nvPr>
        </p:nvSpPr>
        <p:spPr>
          <a:xfrm>
            <a:off x="4387453" y="4551868"/>
            <a:ext cx="15609094" cy="8840392"/>
          </a:xfrm>
          <a:prstGeom prst="rect">
            <a:avLst/>
          </a:prstGeom>
        </p:spPr>
        <p:txBody>
          <a:bodyPr/>
          <a:lstStyle/>
          <a:p>
            <a:r>
              <a:t>In practice, we use a reduced dimension for each head.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The total computational cost is similar to that of single-head attention with full dimensionality</a:t>
            </a:r>
          </a:p>
        </p:txBody>
      </p:sp>
      <p:sp>
        <p:nvSpPr>
          <p:cNvPr id="6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46</a:t>
            </a:fld>
            <a:endParaRPr/>
          </a:p>
        </p:txBody>
      </p:sp>
      <p:grpSp>
        <p:nvGrpSpPr>
          <p:cNvPr id="624" name="Group"/>
          <p:cNvGrpSpPr/>
          <p:nvPr/>
        </p:nvGrpSpPr>
        <p:grpSpPr>
          <a:xfrm>
            <a:off x="6424661" y="6978783"/>
            <a:ext cx="15413021" cy="3709001"/>
            <a:chOff x="0" y="0"/>
            <a:chExt cx="15413020" cy="3709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9" name="Equation"/>
                <p:cNvSpPr txBox="1"/>
                <p:nvPr/>
              </p:nvSpPr>
              <p:spPr>
                <a:xfrm>
                  <a:off x="0" y="0"/>
                  <a:ext cx="11100779" cy="91775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sz="5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5600"/>
                </a:p>
              </p:txBody>
            </p:sp>
          </mc:Choice>
          <mc:Fallback>
            <p:sp>
              <p:nvSpPr>
                <p:cNvPr id="61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11100779" cy="917759"/>
                </a:xfrm>
                <a:prstGeom prst="rect">
                  <a:avLst/>
                </a:prstGeom>
                <a:blipFill>
                  <a:blip r:embed="rId2"/>
                  <a:stretch>
                    <a:fillRect r="-15486" b="-12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0" name="Equation"/>
                <p:cNvSpPr txBox="1"/>
                <p:nvPr/>
              </p:nvSpPr>
              <p:spPr>
                <a:xfrm>
                  <a:off x="135609" y="1557938"/>
                  <a:ext cx="5301181" cy="76908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5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sz="5600"/>
                </a:p>
              </p:txBody>
            </p:sp>
          </mc:Choice>
          <mc:Fallback>
            <p:sp>
              <p:nvSpPr>
                <p:cNvPr id="62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609" y="1557938"/>
                  <a:ext cx="5301181" cy="769085"/>
                </a:xfrm>
                <a:prstGeom prst="rect">
                  <a:avLst/>
                </a:prstGeom>
                <a:blipFill>
                  <a:blip r:embed="rId3"/>
                  <a:stretch>
                    <a:fillRect r="-17816" b="-2047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1" name="Equation"/>
                <p:cNvSpPr txBox="1"/>
                <p:nvPr/>
              </p:nvSpPr>
              <p:spPr>
                <a:xfrm>
                  <a:off x="61888" y="2969182"/>
                  <a:ext cx="3344421" cy="62722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sz="56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p>
                        </m:sSup>
                        <m:r>
                          <a:rPr sz="5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sz="5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5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5600"/>
                </a:p>
              </p:txBody>
            </p:sp>
          </mc:Choice>
          <mc:Fallback>
            <p:sp>
              <p:nvSpPr>
                <p:cNvPr id="62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88" y="2969182"/>
                  <a:ext cx="3344421" cy="627229"/>
                </a:xfrm>
                <a:prstGeom prst="rect">
                  <a:avLst/>
                </a:prstGeom>
                <a:blipFill>
                  <a:blip r:embed="rId4"/>
                  <a:stretch>
                    <a:fillRect r="-12204" b="-1359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2" name="= hidden size,   = # of heads"/>
                <p:cNvSpPr txBox="1"/>
                <p:nvPr/>
              </p:nvSpPr>
              <p:spPr>
                <a:xfrm>
                  <a:off x="6773192" y="1586080"/>
                  <a:ext cx="5786225" cy="71478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 sz="3200">
                      <a:solidFill>
                        <a:schemeClr val="accent1">
                          <a:lumOff val="-13575"/>
                        </a:schemeClr>
                      </a:solidFill>
                    </a:defRPr>
                  </a:pPr>
                  <a14:m>
                    <m:oMath xmlns:m="http://schemas.openxmlformats.org/officeDocument/2006/math">
                      <m:r>
                        <a:rPr sz="38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t> = hidden size, </a:t>
                  </a:r>
                  <a14:m>
                    <m:oMath xmlns:m="http://schemas.openxmlformats.org/officeDocument/2006/math">
                      <m:r>
                        <a:rPr sz="38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t> = # of heads</a:t>
                  </a:r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622" name="= hidden size,   = # of heads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3192" y="1586080"/>
                  <a:ext cx="5786225" cy="714781"/>
                </a:xfrm>
                <a:prstGeom prst="rect">
                  <a:avLst/>
                </a:prstGeom>
                <a:blipFill>
                  <a:blip r:embed="rId5"/>
                  <a:stretch>
                    <a:fillRect r="-3372" b="-22222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3" name="If we stack multiple layers, usually"/>
                <p:cNvSpPr txBox="1"/>
                <p:nvPr/>
              </p:nvSpPr>
              <p:spPr>
                <a:xfrm>
                  <a:off x="6704562" y="2969182"/>
                  <a:ext cx="8708459" cy="7398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 sz="3200">
                      <a:solidFill>
                        <a:schemeClr val="accent1">
                          <a:lumOff val="-13575"/>
                        </a:schemeClr>
                      </a:solidFill>
                    </a:defRPr>
                  </a:pPr>
                  <a:r>
                    <a:t>If we stack multiple layers, usually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3850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5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385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38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85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85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385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38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8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623" name="If we stack multiple layers, usually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4562" y="2969182"/>
                  <a:ext cx="8708459" cy="739819"/>
                </a:xfrm>
                <a:prstGeom prst="rect">
                  <a:avLst/>
                </a:prstGeom>
                <a:blipFill>
                  <a:blip r:embed="rId6"/>
                  <a:stretch>
                    <a:fillRect l="-3431" r="-280" b="-20661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9" name="Group"/>
          <p:cNvGrpSpPr/>
          <p:nvPr/>
        </p:nvGrpSpPr>
        <p:grpSpPr>
          <a:xfrm>
            <a:off x="6698766" y="2005703"/>
            <a:ext cx="11948573" cy="2865363"/>
            <a:chOff x="0" y="0"/>
            <a:chExt cx="11948571" cy="2865361"/>
          </a:xfrm>
        </p:grpSpPr>
        <p:grpSp>
          <p:nvGrpSpPr>
            <p:cNvPr id="627" name="Group"/>
            <p:cNvGrpSpPr/>
            <p:nvPr/>
          </p:nvGrpSpPr>
          <p:grpSpPr>
            <a:xfrm>
              <a:off x="460645" y="0"/>
              <a:ext cx="11487927" cy="2865362"/>
              <a:chOff x="0" y="0"/>
              <a:chExt cx="11487925" cy="286536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5" name="Rectangle"/>
                  <p:cNvSpPr txBox="1"/>
                  <p:nvPr/>
                </p:nvSpPr>
                <p:spPr>
                  <a:xfrm>
                    <a:off x="0" y="0"/>
                    <a:ext cx="11487926" cy="22274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rmAutofit/>
                  </a:bodyPr>
                  <a:lstStyle>
                    <a:lvl1pPr algn="l">
                      <a:spcBef>
                        <a:spcPts val="1400"/>
                      </a:spcBef>
                      <a:defRPr sz="3800">
                        <a:latin typeface="Georgia"/>
                        <a:ea typeface="Georgia"/>
                        <a:cs typeface="Georgia"/>
                        <a:sym typeface="Georgia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Multihead</m:t>
                          </m:r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m:rPr>
                              <m:sty m:val="p"/>
                            </m:rP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Concat</m:t>
                          </m:r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head</m:t>
                              </m:r>
                            </m:e>
                            <m:sub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head</m:t>
                              </m:r>
                            </m:e>
                            <m:sub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sz="42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sz="42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p>
                          </m:sSup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625" name="Rectangle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0"/>
                    <a:ext cx="11487926" cy="222741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6" name="Rectangle"/>
                  <p:cNvSpPr txBox="1"/>
                  <p:nvPr/>
                </p:nvSpPr>
                <p:spPr>
                  <a:xfrm>
                    <a:off x="1326295" y="1591557"/>
                    <a:ext cx="6600940" cy="127380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rmAutofit fontScale="92500"/>
                  </a:bodyPr>
                  <a:lstStyle>
                    <a:lvl1pPr algn="l">
                      <a:spcBef>
                        <a:spcPts val="1400"/>
                      </a:spcBef>
                      <a:defRPr sz="3800">
                        <a:latin typeface="Georgia"/>
                        <a:ea typeface="Georgia"/>
                        <a:cs typeface="Georgia"/>
                        <a:sym typeface="Georgia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3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head</m:t>
                              </m:r>
                            </m:e>
                            <m:sub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p>
                          </m:sSubSup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</m:sSubSup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sSubSup>
                            <m:sSubSupPr>
                              <m:ctrlP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p>
                          </m:sSubSup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sz="3900"/>
                  </a:p>
                </p:txBody>
              </p:sp>
            </mc:Choice>
            <mc:Fallback>
              <p:sp>
                <p:nvSpPr>
                  <p:cNvPr id="626" name="Rectangle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26295" y="1591557"/>
                    <a:ext cx="6600940" cy="127380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8" name="Rectangle"/>
            <p:cNvSpPr/>
            <p:nvPr/>
          </p:nvSpPr>
          <p:spPr>
            <a:xfrm>
              <a:off x="0" y="442108"/>
              <a:ext cx="11673221" cy="2374524"/>
            </a:xfrm>
            <a:prstGeom prst="rect">
              <a:avLst/>
            </a:prstGeom>
            <a:noFill/>
            <a:ln w="50800" cap="flat">
              <a:solidFill>
                <a:srgbClr val="929292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" grpId="0" build="p" bldLvl="5" animBg="1" advAuto="0"/>
      <p:bldP spid="624" grpId="0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Summary: Multi-head Self 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7000"/>
            </a:lvl1pPr>
          </a:lstStyle>
          <a:p>
            <a:r>
              <a:t>Summary: Multi-head Self Attention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2" name="Attention: a query   and a set of key-value   pairs to an output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054701"/>
                <a:ext cx="15609094" cy="1182413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r>
                  <a:rPr b="1"/>
                  <a:t>Attention</a:t>
                </a:r>
                <a:r>
                  <a:t>: a query 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t> and a set of key-value 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pairs to an output</a:t>
                </a:r>
                <a:endParaRPr sz="3900"/>
              </a:p>
            </p:txBody>
          </p:sp>
        </mc:Choice>
        <mc:Fallback>
          <p:sp>
            <p:nvSpPr>
              <p:cNvPr id="632" name="Attention: a query   and a set of key-value   pairs to an output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054701"/>
                <a:ext cx="15609094" cy="1182413"/>
              </a:xfrm>
              <a:prstGeom prst="rect">
                <a:avLst/>
              </a:prstGeom>
              <a:blipFill>
                <a:blip r:embed="rId2"/>
                <a:stretch>
                  <a:fillRect l="-1914" b="-8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6" name="Group"/>
          <p:cNvGrpSpPr/>
          <p:nvPr/>
        </p:nvGrpSpPr>
        <p:grpSpPr>
          <a:xfrm>
            <a:off x="4445202" y="6640582"/>
            <a:ext cx="16433726" cy="3920140"/>
            <a:chOff x="0" y="0"/>
            <a:chExt cx="16433726" cy="3920139"/>
          </a:xfrm>
        </p:grpSpPr>
        <p:sp>
          <p:nvSpPr>
            <p:cNvPr id="633" name="If we have multiple queries:"/>
            <p:cNvSpPr txBox="1"/>
            <p:nvPr/>
          </p:nvSpPr>
          <p:spPr>
            <a:xfrm>
              <a:off x="0" y="0"/>
              <a:ext cx="6947672" cy="1182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If we have multiple queries: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4" name="Rectangle"/>
                <p:cNvSpPr txBox="1"/>
                <p:nvPr/>
              </p:nvSpPr>
              <p:spPr>
                <a:xfrm>
                  <a:off x="4549649" y="49999"/>
                  <a:ext cx="6531184" cy="293631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>
                  <a:lvl1pPr algn="l">
                    <a:spcBef>
                      <a:spcPts val="1400"/>
                    </a:spcBef>
                    <a:defRPr sz="3800">
                      <a:solidFill>
                        <a:schemeClr val="accent1">
                          <a:lumOff val="-13575"/>
                        </a:schemeClr>
                      </a:solidFill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softmax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sSup>
                          <m:sSup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⊺</m:t>
                            </m:r>
                          </m:sup>
                        </m:sSup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634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9649" y="49999"/>
                  <a:ext cx="6531184" cy="293631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5" name="Rectangle"/>
                <p:cNvSpPr txBox="1"/>
                <p:nvPr/>
              </p:nvSpPr>
              <p:spPr>
                <a:xfrm>
                  <a:off x="9902542" y="983823"/>
                  <a:ext cx="6531185" cy="293631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>
                  <a:lvl1pPr algn="l">
                    <a:spcBef>
                      <a:spcPts val="1400"/>
                    </a:spcBef>
                    <a:defRPr sz="3800"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sub>
                            </m:sSub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/>
                </a:p>
              </p:txBody>
            </p:sp>
          </mc:Choice>
          <mc:Fallback>
            <p:sp>
              <p:nvSpPr>
                <p:cNvPr id="635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2542" y="983823"/>
                  <a:ext cx="6531185" cy="29363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0" name="Group"/>
          <p:cNvGrpSpPr/>
          <p:nvPr/>
        </p:nvGrpSpPr>
        <p:grpSpPr>
          <a:xfrm>
            <a:off x="4387452" y="3999858"/>
            <a:ext cx="16629005" cy="3114858"/>
            <a:chOff x="0" y="0"/>
            <a:chExt cx="16629002" cy="3114856"/>
          </a:xfrm>
        </p:grpSpPr>
        <p:sp>
          <p:nvSpPr>
            <p:cNvPr id="637" name="Dot-product attention:"/>
            <p:cNvSpPr txBox="1"/>
            <p:nvPr/>
          </p:nvSpPr>
          <p:spPr>
            <a:xfrm>
              <a:off x="0" y="0"/>
              <a:ext cx="5956102" cy="1182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Dot-product attention: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8" name="Rectangle"/>
                <p:cNvSpPr txBox="1"/>
                <p:nvPr/>
              </p:nvSpPr>
              <p:spPr>
                <a:xfrm>
                  <a:off x="4525266" y="89243"/>
                  <a:ext cx="6531184" cy="293631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>
                  <a:lvl1pPr algn="l">
                    <a:spcBef>
                      <a:spcPts val="1400"/>
                    </a:spcBef>
                    <a:defRPr sz="3800">
                      <a:solidFill>
                        <a:schemeClr val="accent1">
                          <a:lumOff val="-13575"/>
                        </a:schemeClr>
                      </a:solidFill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limLow>
                          <m:limLow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</m:e>
                          <m:lim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  <m:f>
                          <m:f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sz="4250" i="1">
                                    <a:solidFill>
                                      <a:srgbClr val="0075B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sz="4250" i="1">
                                    <a:solidFill>
                                      <a:srgbClr val="0075B9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sz="4250" i="1">
                                    <a:solidFill>
                                      <a:srgbClr val="0075B9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sz="4250" i="1">
                                    <a:solidFill>
                                      <a:srgbClr val="0075B9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sz="4250" i="1">
                                        <a:solidFill>
                                          <a:srgbClr val="0075B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4250" i="1">
                                        <a:solidFill>
                                          <a:srgbClr val="0075B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sz="4250" i="1">
                                        <a:solidFill>
                                          <a:srgbClr val="0075B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sz="4250" i="1">
                                    <a:solidFill>
                                      <a:srgbClr val="0075B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sz="4250" i="1">
                                    <a:solidFill>
                                      <a:srgbClr val="0075B9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sz="4250" i="1">
                                        <a:solidFill>
                                          <a:srgbClr val="0075B9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sz="4250" i="1">
                                        <a:solidFill>
                                          <a:srgbClr val="0075B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sz="4250" i="1">
                                        <a:solidFill>
                                          <a:srgbClr val="0075B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sz="4250" i="1">
                                        <a:solidFill>
                                          <a:srgbClr val="0075B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sz="4250" i="1">
                                            <a:solidFill>
                                              <a:srgbClr val="0075B9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4250" i="1">
                                            <a:solidFill>
                                              <a:srgbClr val="0075B9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sz="4250" i="1">
                                            <a:solidFill>
                                              <a:srgbClr val="0075B9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nary>
                          </m:den>
                        </m:f>
                        <m:sSub>
                          <m:sSub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638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5266" y="89243"/>
                  <a:ext cx="6531184" cy="29363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9" name="Rectangle"/>
                <p:cNvSpPr txBox="1"/>
                <p:nvPr/>
              </p:nvSpPr>
              <p:spPr>
                <a:xfrm>
                  <a:off x="10097819" y="1733803"/>
                  <a:ext cx="6531184" cy="138105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>
                  <a:lvl1pPr algn="l">
                    <a:spcBef>
                      <a:spcPts val="1400"/>
                    </a:spcBef>
                    <a:defRPr sz="3800"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/>
                </a:p>
              </p:txBody>
            </p:sp>
          </mc:Choice>
          <mc:Fallback>
            <p:sp>
              <p:nvSpPr>
                <p:cNvPr id="639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97819" y="1733803"/>
                  <a:ext cx="6531184" cy="13810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3" name="Group"/>
          <p:cNvGrpSpPr/>
          <p:nvPr/>
        </p:nvGrpSpPr>
        <p:grpSpPr>
          <a:xfrm>
            <a:off x="4432155" y="9956226"/>
            <a:ext cx="14404283" cy="2296481"/>
            <a:chOff x="0" y="0"/>
            <a:chExt cx="14404282" cy="2296480"/>
          </a:xfrm>
        </p:grpSpPr>
        <p:sp>
          <p:nvSpPr>
            <p:cNvPr id="641" name="Self-attention: let’s use each word as query and compute the attention with all the other words"/>
            <p:cNvSpPr txBox="1"/>
            <p:nvPr/>
          </p:nvSpPr>
          <p:spPr>
            <a:xfrm>
              <a:off x="0" y="0"/>
              <a:ext cx="14404283" cy="1182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/>
            <a:p>
              <a:pPr marL="579119" indent="-579119" algn="l" defTabSz="788669">
                <a:spcBef>
                  <a:spcPts val="1300"/>
                </a:spcBef>
                <a:buSzPct val="145000"/>
                <a:buChar char="•"/>
                <a:defRPr sz="3648">
                  <a:latin typeface="Georgia"/>
                  <a:ea typeface="Georgia"/>
                  <a:cs typeface="Georgia"/>
                  <a:sym typeface="Georgia"/>
                </a:defRPr>
              </a:pPr>
              <a:r>
                <a:rPr b="1"/>
                <a:t>Self-attention</a:t>
              </a:r>
              <a:r>
                <a:t>: let’s use each word as query and compute the attention with all the other words</a:t>
              </a:r>
            </a:p>
          </p:txBody>
        </p:sp>
        <p:sp>
          <p:nvSpPr>
            <p:cNvPr id="642" name="= the word vectors themselves select each other"/>
            <p:cNvSpPr txBox="1"/>
            <p:nvPr/>
          </p:nvSpPr>
          <p:spPr>
            <a:xfrm>
              <a:off x="1752785" y="1114069"/>
              <a:ext cx="10454366" cy="11824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= the word vectors themselves select each other</a:t>
              </a:r>
            </a:p>
          </p:txBody>
        </p:sp>
      </p:grpSp>
      <p:sp>
        <p:nvSpPr>
          <p:cNvPr id="6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" grpId="0" animBg="1" advAuto="0"/>
      <p:bldP spid="640" grpId="0" animBg="1" advAuto="0"/>
      <p:bldP spid="643" grpId="0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ummary: Multi-head Self Atten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Summary: Multi-head Self Attention</a:t>
            </a:r>
          </a:p>
        </p:txBody>
      </p:sp>
      <p:sp>
        <p:nvSpPr>
          <p:cNvPr id="647" name="Scaled Dot-Product Attention:"/>
          <p:cNvSpPr txBox="1">
            <a:spLocks noGrp="1"/>
          </p:cNvSpPr>
          <p:nvPr>
            <p:ph type="body" sz="quarter" idx="1"/>
          </p:nvPr>
        </p:nvSpPr>
        <p:spPr>
          <a:xfrm>
            <a:off x="4387453" y="3039640"/>
            <a:ext cx="15609094" cy="1164419"/>
          </a:xfrm>
          <a:prstGeom prst="rect">
            <a:avLst/>
          </a:prstGeom>
        </p:spPr>
        <p:txBody>
          <a:bodyPr/>
          <a:lstStyle/>
          <a:p>
            <a:r>
              <a:t>Scaled Dot-Product Attention: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8" name="Rectangle"/>
              <p:cNvSpPr txBox="1"/>
              <p:nvPr/>
            </p:nvSpPr>
            <p:spPr>
              <a:xfrm>
                <a:off x="8503490" y="3349325"/>
                <a:ext cx="6531184" cy="293631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>
                <a:lvl1pPr algn="l">
                  <a:spcBef>
                    <a:spcPts val="1400"/>
                  </a:spcBef>
                  <a:defRPr sz="3800">
                    <a:solidFill>
                      <a:schemeClr val="accent1">
                        <a:lumOff val="-13575"/>
                      </a:schemeClr>
                    </a:solidFill>
                    <a:latin typeface="Georgia"/>
                    <a:ea typeface="Georgia"/>
                    <a:cs typeface="Georgia"/>
                    <a:sym typeface="Georgia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sz="415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415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sz="415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15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sz="415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⊺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sz="415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sz="415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sz="415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648" name="Rectangl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490" y="3349325"/>
                <a:ext cx="6531184" cy="2936317"/>
              </a:xfrm>
              <a:prstGeom prst="rect">
                <a:avLst/>
              </a:prstGeom>
              <a:blipFill>
                <a:blip r:embed="rId2"/>
                <a:stretch>
                  <a:fillRect l="-168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2" name="Group"/>
          <p:cNvGrpSpPr/>
          <p:nvPr/>
        </p:nvGrpSpPr>
        <p:grpSpPr>
          <a:xfrm>
            <a:off x="4387453" y="5436379"/>
            <a:ext cx="14933158" cy="2971633"/>
            <a:chOff x="0" y="0"/>
            <a:chExt cx="14933157" cy="29716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9" name="Input:"/>
                <p:cNvSpPr txBox="1"/>
                <p:nvPr/>
              </p:nvSpPr>
              <p:spPr>
                <a:xfrm>
                  <a:off x="0" y="0"/>
                  <a:ext cx="4597885" cy="11644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 fontScale="92500"/>
                </a:bodyPr>
                <a:lstStyle/>
                <a:p>
                  <a:pPr marL="603250" indent="-603250" algn="l">
                    <a:spcBef>
                      <a:spcPts val="1400"/>
                    </a:spcBef>
                    <a:buSzPct val="145000"/>
                    <a:buChar char="•"/>
                    <a:defRPr sz="38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Input: </a:t>
                  </a:r>
                  <a14:m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sz="43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sup>
                      </m:sSup>
                    </m:oMath>
                  </a14:m>
                  <a:endParaRPr sz="3900"/>
                </a:p>
              </p:txBody>
            </p:sp>
          </mc:Choice>
          <mc:Fallback>
            <p:sp>
              <p:nvSpPr>
                <p:cNvPr id="649" name="Input: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4597885" cy="1164419"/>
                </a:xfrm>
                <a:prstGeom prst="rect">
                  <a:avLst/>
                </a:prstGeom>
                <a:blipFill>
                  <a:blip r:embed="rId3"/>
                  <a:stretch>
                    <a:fillRect l="-6499" b="-10471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0" name="Rectangle"/>
                <p:cNvSpPr txBox="1"/>
                <p:nvPr/>
              </p:nvSpPr>
              <p:spPr>
                <a:xfrm>
                  <a:off x="3668543" y="1110958"/>
                  <a:ext cx="6531185" cy="9863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 fontScale="92500"/>
                </a:bodyPr>
                <a:lstStyle>
                  <a:lvl1pPr algn="l">
                    <a:spcBef>
                      <a:spcPts val="1400"/>
                    </a:spcBef>
                    <a:defRPr sz="3800">
                      <a:solidFill>
                        <a:schemeClr val="accent1">
                          <a:lumOff val="-13575"/>
                        </a:schemeClr>
                      </a:solidFill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)∈</m:t>
                        </m:r>
                        <m:sSup>
                          <m:sSup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650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8543" y="1110958"/>
                  <a:ext cx="6531185" cy="986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1" name="Rectangle"/>
                <p:cNvSpPr txBox="1"/>
                <p:nvPr/>
              </p:nvSpPr>
              <p:spPr>
                <a:xfrm>
                  <a:off x="8401973" y="1893209"/>
                  <a:ext cx="6531185" cy="107842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>
                  <a:lvl1pPr algn="l">
                    <a:spcBef>
                      <a:spcPts val="1400"/>
                    </a:spcBef>
                    <a:defRPr sz="3800"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sz="435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3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sz="43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oMath>
                    </m:oMathPara>
                  </a14:m>
                  <a:endParaRPr sz="3900"/>
                </a:p>
              </p:txBody>
            </p:sp>
          </mc:Choice>
          <mc:Fallback>
            <p:sp>
              <p:nvSpPr>
                <p:cNvPr id="651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1973" y="1893209"/>
                  <a:ext cx="6531185" cy="107842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7" name="Group"/>
          <p:cNvGrpSpPr/>
          <p:nvPr/>
        </p:nvGrpSpPr>
        <p:grpSpPr>
          <a:xfrm>
            <a:off x="4387453" y="8272236"/>
            <a:ext cx="14763258" cy="4162582"/>
            <a:chOff x="0" y="0"/>
            <a:chExt cx="14763257" cy="4162581"/>
          </a:xfrm>
        </p:grpSpPr>
        <p:sp>
          <p:nvSpPr>
            <p:cNvPr id="653" name="Multi-head attention: using more than one head is always useful.."/>
            <p:cNvSpPr txBox="1"/>
            <p:nvPr/>
          </p:nvSpPr>
          <p:spPr>
            <a:xfrm>
              <a:off x="0" y="0"/>
              <a:ext cx="14763258" cy="1164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Multi-head attention: using more than one head is always useful..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4" name="Rectangle"/>
                <p:cNvSpPr txBox="1"/>
                <p:nvPr/>
              </p:nvSpPr>
              <p:spPr>
                <a:xfrm>
                  <a:off x="3580398" y="813178"/>
                  <a:ext cx="8476376" cy="14050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/>
                </a:bodyPr>
                <a:lstStyle>
                  <a:lvl1pPr algn="l">
                    <a:spcBef>
                      <a:spcPts val="1400"/>
                    </a:spcBef>
                    <a:defRPr sz="3800">
                      <a:solidFill>
                        <a:schemeClr val="accent1">
                          <a:lumOff val="-13575"/>
                        </a:schemeClr>
                      </a:solidFill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Concat</m:t>
                        </m:r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sz="390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39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p>
                        </m:sSup>
                      </m:oMath>
                    </m:oMathPara>
                  </a14:m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654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0398" y="813178"/>
                  <a:ext cx="8476376" cy="14050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5" name="Rectangle"/>
                <p:cNvSpPr txBox="1"/>
                <p:nvPr/>
              </p:nvSpPr>
              <p:spPr>
                <a:xfrm>
                  <a:off x="5220060" y="1965335"/>
                  <a:ext cx="6600940" cy="127380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 fontScale="92500"/>
                </a:bodyPr>
                <a:lstStyle>
                  <a:lvl1pPr algn="l">
                    <a:spcBef>
                      <a:spcPts val="1400"/>
                    </a:spcBef>
                    <a:defRPr sz="3800">
                      <a:solidFill>
                        <a:schemeClr val="accent1">
                          <a:lumOff val="-13575"/>
                        </a:schemeClr>
                      </a:solidFill>
                      <a:latin typeface="Georgia"/>
                      <a:ea typeface="Georgia"/>
                      <a:cs typeface="Georgia"/>
                      <a:sym typeface="Georgia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250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head</m:t>
                            </m:r>
                          </m:e>
                          <m:sub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bSup>
                          <m:sSubSup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bSup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bSup>
                          <m:sSubSup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bSup>
                          <m:sSubSupPr>
                            <m:ctrlP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sz="425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bSup>
                        <m:r>
                          <a:rPr sz="4250" i="1">
                            <a:solidFill>
                              <a:srgbClr val="0075B9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655" name="Rectangle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0060" y="1965335"/>
                  <a:ext cx="6600940" cy="127380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6" name="In practice,  ,"/>
                <p:cNvSpPr txBox="1"/>
                <p:nvPr/>
              </p:nvSpPr>
              <p:spPr>
                <a:xfrm>
                  <a:off x="1919416" y="3196955"/>
                  <a:ext cx="11421941" cy="96562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rmAutofit fontScale="92500"/>
                </a:bodyPr>
                <a:lstStyle/>
                <a:p>
                  <a:pPr algn="l">
                    <a:spcBef>
                      <a:spcPts val="1400"/>
                    </a:spcBef>
                    <a:defRPr sz="3800"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In practice, </a:t>
                  </a:r>
                  <a14:m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=8</m:t>
                      </m:r>
                    </m:oMath>
                  </a14:m>
                  <a:r>
                    <a:t>, </a:t>
                  </a:r>
                  <a14:m>
                    <m:oMath xmlns:m="http://schemas.openxmlformats.org/officeDocument/2006/math"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p>
                      </m:sSup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sz="4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sz="43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a14:m>
                  <a:endParaRPr sz="3900"/>
                </a:p>
              </p:txBody>
            </p:sp>
          </mc:Choice>
          <mc:Fallback>
            <p:sp>
              <p:nvSpPr>
                <p:cNvPr id="656" name="In practice,  ,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9416" y="3196955"/>
                  <a:ext cx="11421941" cy="965627"/>
                </a:xfrm>
                <a:prstGeom prst="rect">
                  <a:avLst/>
                </a:prstGeom>
                <a:blipFill>
                  <a:blip r:embed="rId8"/>
                  <a:stretch>
                    <a:fillRect l="-1762" b="-8176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" grpId="0" animBg="1" advAuto="0"/>
      <p:bldP spid="648" grpId="0" animBg="1" advAuto="0"/>
      <p:bldP spid="652" grpId="0" animBg="1" advAuto="0"/>
      <p:bldP spid="657" grpId="0" animBg="1" advAuto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Transformer Enco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Transformer Encoder</a:t>
            </a:r>
          </a:p>
        </p:txBody>
      </p:sp>
      <p:pic>
        <p:nvPicPr>
          <p:cNvPr id="66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610" y="3283696"/>
            <a:ext cx="3648143" cy="6638058"/>
          </a:xfrm>
          <a:prstGeom prst="rect">
            <a:avLst/>
          </a:prstGeom>
          <a:ln w="12700">
            <a:miter lim="400000"/>
          </a:ln>
        </p:spPr>
      </p:pic>
      <p:sp>
        <p:nvSpPr>
          <p:cNvPr id="662" name="Each Transformer block has two sub-layers…"/>
          <p:cNvSpPr txBox="1">
            <a:spLocks noGrp="1"/>
          </p:cNvSpPr>
          <p:nvPr>
            <p:ph type="body" sz="quarter" idx="1"/>
          </p:nvPr>
        </p:nvSpPr>
        <p:spPr>
          <a:xfrm>
            <a:off x="9194481" y="3130270"/>
            <a:ext cx="10578729" cy="2421509"/>
          </a:xfrm>
          <a:prstGeom prst="rect">
            <a:avLst/>
          </a:prstGeom>
        </p:spPr>
        <p:txBody>
          <a:bodyPr/>
          <a:lstStyle/>
          <a:p>
            <a:r>
              <a:t>Each Transformer block has two sub-layers</a:t>
            </a:r>
          </a:p>
          <a:p>
            <a:pPr lvl="1"/>
            <a:r>
              <a:t>Multi-head attention</a:t>
            </a:r>
          </a:p>
        </p:txBody>
      </p:sp>
      <p:sp>
        <p:nvSpPr>
          <p:cNvPr id="6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49</a:t>
            </a:fld>
            <a:endParaRPr/>
          </a:p>
        </p:txBody>
      </p:sp>
      <p:sp>
        <p:nvSpPr>
          <p:cNvPr id="664" name="Arrow"/>
          <p:cNvSpPr/>
          <p:nvPr/>
        </p:nvSpPr>
        <p:spPr>
          <a:xfrm rot="2254422">
            <a:off x="7530840" y="4740554"/>
            <a:ext cx="2015575" cy="393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462" y="14256"/>
                </a:moveTo>
                <a:lnTo>
                  <a:pt x="6462" y="21600"/>
                </a:lnTo>
                <a:lnTo>
                  <a:pt x="0" y="10800"/>
                </a:lnTo>
                <a:lnTo>
                  <a:pt x="6462" y="0"/>
                </a:lnTo>
                <a:lnTo>
                  <a:pt x="6462" y="7344"/>
                </a:lnTo>
                <a:lnTo>
                  <a:pt x="21600" y="7344"/>
                </a:lnTo>
                <a:lnTo>
                  <a:pt x="21600" y="14256"/>
                </a:lnTo>
                <a:close/>
              </a:path>
            </a:pathLst>
          </a:custGeom>
          <a:solidFill>
            <a:schemeClr val="accent5">
              <a:lumOff val="-29866"/>
            </a:schemeClr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65" name="Without FFNN: No non-linearity!"/>
          <p:cNvSpPr txBox="1"/>
          <p:nvPr/>
        </p:nvSpPr>
        <p:spPr>
          <a:xfrm>
            <a:off x="9507159" y="7302999"/>
            <a:ext cx="7440055" cy="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1" indent="0"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Without FFNN: No non-linearity! </a:t>
            </a:r>
          </a:p>
        </p:txBody>
      </p:sp>
      <p:sp>
        <p:nvSpPr>
          <p:cNvPr id="666" name="2-layer feedforward NN (with ReLU)"/>
          <p:cNvSpPr txBox="1"/>
          <p:nvPr/>
        </p:nvSpPr>
        <p:spPr>
          <a:xfrm>
            <a:off x="9189507" y="5195989"/>
            <a:ext cx="9033322" cy="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solidFill>
                  <a:schemeClr val="accent5">
                    <a:lumOff val="-29866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2-layer feedforward NN (with ReLU)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2" grpId="0" animBg="1" advAuto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Adding nonlinearit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nonlinearities</a:t>
            </a:r>
          </a:p>
        </p:txBody>
      </p:sp>
      <p:sp>
        <p:nvSpPr>
          <p:cNvPr id="671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50</a:t>
            </a:fld>
            <a:endParaRPr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102" y="3098712"/>
            <a:ext cx="20149602" cy="99295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Transformer Enco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Transformer Encoder</a:t>
            </a:r>
          </a:p>
        </p:txBody>
      </p:sp>
      <p:pic>
        <p:nvPicPr>
          <p:cNvPr id="67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610" y="3283696"/>
            <a:ext cx="3648143" cy="6638058"/>
          </a:xfrm>
          <a:prstGeom prst="rect">
            <a:avLst/>
          </a:prstGeom>
          <a:ln w="12700">
            <a:miter lim="400000"/>
          </a:ln>
        </p:spPr>
      </p:pic>
      <p:sp>
        <p:nvSpPr>
          <p:cNvPr id="677" name="Each Transformer block has two sub-layers…"/>
          <p:cNvSpPr txBox="1">
            <a:spLocks noGrp="1"/>
          </p:cNvSpPr>
          <p:nvPr>
            <p:ph type="body" sz="quarter" idx="1"/>
          </p:nvPr>
        </p:nvSpPr>
        <p:spPr>
          <a:xfrm>
            <a:off x="8978171" y="3602218"/>
            <a:ext cx="10578729" cy="2421510"/>
          </a:xfrm>
          <a:prstGeom prst="rect">
            <a:avLst/>
          </a:prstGeom>
        </p:spPr>
        <p:txBody>
          <a:bodyPr/>
          <a:lstStyle/>
          <a:p>
            <a:r>
              <a:t>Each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Transformer block</a:t>
            </a:r>
            <a:r>
              <a:t> has two sub-layers</a:t>
            </a:r>
          </a:p>
          <a:p>
            <a:pPr lvl="1"/>
            <a:r>
              <a:t>Multi-head attention</a:t>
            </a:r>
          </a:p>
          <a:p>
            <a:pPr lvl="1"/>
            <a:r>
              <a:t>2-layer feedforward NN (with ReLU)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8" name="Each sublayer has a residual connection and a layer normalization"/>
              <p:cNvSpPr txBox="1"/>
              <p:nvPr/>
            </p:nvSpPr>
            <p:spPr>
              <a:xfrm>
                <a:off x="8978171" y="6232664"/>
                <a:ext cx="10578729" cy="242150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marL="603250" indent="-603250" algn="l">
                  <a:spcBef>
                    <a:spcPts val="1400"/>
                  </a:spcBef>
                  <a:buSzPct val="145000"/>
                  <a:buChar char="•"/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Each sublayer has a </a:t>
                </a:r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residual connection </a:t>
                </a:r>
                <a:r>
                  <a:t>and</a:t>
                </a:r>
                <a:r>
                  <a:rPr>
                    <a:solidFill>
                      <a:schemeClr val="accent5">
                        <a:lumOff val="-29866"/>
                      </a:schemeClr>
                    </a:solidFill>
                  </a:rPr>
                  <a:t> a layer normalization</a:t>
                </a:r>
              </a:p>
              <a:p>
                <a:pPr lvl="1" indent="0"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LayerNorm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SubLayer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3900"/>
              </a:p>
            </p:txBody>
          </p:sp>
        </mc:Choice>
        <mc:Fallback>
          <p:sp>
            <p:nvSpPr>
              <p:cNvPr id="678" name="Each sublayer has a residual connection and a layer normaliz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171" y="6232664"/>
                <a:ext cx="10578729" cy="2421509"/>
              </a:xfrm>
              <a:prstGeom prst="rect">
                <a:avLst/>
              </a:prstGeom>
              <a:blipFill>
                <a:blip r:embed="rId4"/>
                <a:stretch>
                  <a:fillRect l="-3112" t="-6533" r="-270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9" name="(Ba et al, 2016): Layer Normalization"/>
          <p:cNvSpPr txBox="1"/>
          <p:nvPr/>
        </p:nvSpPr>
        <p:spPr>
          <a:xfrm>
            <a:off x="14444498" y="12620876"/>
            <a:ext cx="6460781" cy="91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000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(Ba et al, 2016): Layer Normalization</a:t>
            </a:r>
          </a:p>
        </p:txBody>
      </p:sp>
      <p:grpSp>
        <p:nvGrpSpPr>
          <p:cNvPr id="683" name="Group"/>
          <p:cNvGrpSpPr/>
          <p:nvPr/>
        </p:nvGrpSpPr>
        <p:grpSpPr>
          <a:xfrm>
            <a:off x="645734" y="3566805"/>
            <a:ext cx="9012087" cy="3715973"/>
            <a:chOff x="0" y="0"/>
            <a:chExt cx="9012086" cy="3715972"/>
          </a:xfrm>
        </p:grpSpPr>
        <p:sp>
          <p:nvSpPr>
            <p:cNvPr id="680" name="Arrow"/>
            <p:cNvSpPr/>
            <p:nvPr/>
          </p:nvSpPr>
          <p:spPr>
            <a:xfrm>
              <a:off x="2891011" y="583100"/>
              <a:ext cx="1680859" cy="393961"/>
            </a:xfrm>
            <a:prstGeom prst="rightArrow">
              <a:avLst>
                <a:gd name="adj1" fmla="val 32000"/>
                <a:gd name="adj2" fmla="val 153068"/>
              </a:avLst>
            </a:prstGeom>
            <a:solidFill>
              <a:schemeClr val="accent5">
                <a:lumOff val="-29866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81" name="residual connection"/>
            <p:cNvSpPr txBox="1"/>
            <p:nvPr/>
          </p:nvSpPr>
          <p:spPr>
            <a:xfrm>
              <a:off x="0" y="0"/>
              <a:ext cx="3682802" cy="6000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>
                <a:spcBef>
                  <a:spcPts val="1400"/>
                </a:spcBef>
                <a:defRPr sz="3200">
                  <a:solidFill>
                    <a:schemeClr val="accent5">
                      <a:lumOff val="-29866"/>
                    </a:schemeClr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chemeClr val="accent5">
                      <a:lumOff val="-29866"/>
                    </a:schemeClr>
                  </a:solidFill>
                </a:rPr>
                <a:t>residual connection</a:t>
              </a:r>
            </a:p>
          </p:txBody>
        </p:sp>
        <p:sp>
          <p:nvSpPr>
            <p:cNvPr id="682" name="Arrow"/>
            <p:cNvSpPr/>
            <p:nvPr/>
          </p:nvSpPr>
          <p:spPr>
            <a:xfrm rot="2257148">
              <a:off x="6643041" y="2596991"/>
              <a:ext cx="2509709" cy="39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190" y="14256"/>
                  </a:moveTo>
                  <a:lnTo>
                    <a:pt x="5190" y="21600"/>
                  </a:lnTo>
                  <a:lnTo>
                    <a:pt x="0" y="10800"/>
                  </a:lnTo>
                  <a:lnTo>
                    <a:pt x="5190" y="0"/>
                  </a:lnTo>
                  <a:lnTo>
                    <a:pt x="5190" y="7344"/>
                  </a:lnTo>
                  <a:lnTo>
                    <a:pt x="21600" y="7344"/>
                  </a:lnTo>
                  <a:lnTo>
                    <a:pt x="21600" y="14256"/>
                  </a:lnTo>
                  <a:close/>
                </a:path>
              </a:pathLst>
            </a:custGeom>
            <a:solidFill>
              <a:schemeClr val="accent5">
                <a:lumOff val="-29866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6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/>
          </a:p>
        </p:txBody>
      </p:sp>
      <p:sp>
        <p:nvSpPr>
          <p:cNvPr id="685" name="(He et al, 2016): Residual connections"/>
          <p:cNvSpPr txBox="1"/>
          <p:nvPr/>
        </p:nvSpPr>
        <p:spPr>
          <a:xfrm>
            <a:off x="2765291" y="12620876"/>
            <a:ext cx="6460781" cy="91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805100">
              <a:spcBef>
                <a:spcPts val="1300"/>
              </a:spcBef>
              <a:defRPr sz="2940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(He et al, 2016): Residual connections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" grpId="0" animBg="1" advAuto="0"/>
      <p:bldP spid="678" grpId="0" animBg="1" advAuto="0"/>
      <p:bldP spid="683" grpId="0" animBg="1" advAuto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Residual Connections"/>
          <p:cNvSpPr txBox="1">
            <a:spLocks noGrp="1"/>
          </p:cNvSpPr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Residual Connections</a:t>
            </a:r>
          </a:p>
        </p:txBody>
      </p:sp>
      <p:sp>
        <p:nvSpPr>
          <p:cNvPr id="690" name="Add input of a layer to output of that layer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Add input of a layer to output of that layer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1" name="Local gradient is 1 for the identity function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088084" y="3963265"/>
                <a:ext cx="21543567" cy="460845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ℓ+1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</m:oMath>
                </a14:m>
                <a:endParaRPr/>
              </a:p>
              <a:p>
                <a:r>
                  <a:t>Local gradient is 1 for the identity function</a:t>
                </a:r>
              </a:p>
              <a:p>
                <a:r>
                  <a:t>Easier to learn the difference from the identity function than to learn the function from scratch.</a:t>
                </a:r>
              </a:p>
            </p:txBody>
          </p:sp>
        </mc:Choice>
        <mc:Fallback>
          <p:sp>
            <p:nvSpPr>
              <p:cNvPr id="691" name="Local gradient is 1 for the identity function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088084" y="3963265"/>
                <a:ext cx="21543567" cy="4608450"/>
              </a:xfrm>
              <a:prstGeom prst="rect">
                <a:avLst/>
              </a:prstGeom>
              <a:blipFill>
                <a:blip r:embed="rId2"/>
                <a:stretch>
                  <a:fillRect l="-1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2" name="He+ 2015 https://arxiv.org/abs/1512.03385"/>
          <p:cNvSpPr txBox="1"/>
          <p:nvPr/>
        </p:nvSpPr>
        <p:spPr>
          <a:xfrm>
            <a:off x="13119180" y="559576"/>
            <a:ext cx="10429270" cy="72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2438338">
              <a:defRPr sz="4200">
                <a:solidFill>
                  <a:srgbClr val="5E5E5E"/>
                </a:solidFill>
              </a:defRPr>
            </a:lvl1pPr>
          </a:lstStyle>
          <a:p>
            <a:r>
              <a:t>He+ 2015 https://arxiv.org/abs/1512.03385</a:t>
            </a:r>
          </a:p>
        </p:txBody>
      </p:sp>
      <p:sp>
        <p:nvSpPr>
          <p:cNvPr id="693" name="https://arxiv.org/pdf/1712.09913.pdf"/>
          <p:cNvSpPr txBox="1"/>
          <p:nvPr/>
        </p:nvSpPr>
        <p:spPr>
          <a:xfrm>
            <a:off x="15348353" y="12115516"/>
            <a:ext cx="8836492" cy="72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2438338">
              <a:defRPr sz="4200">
                <a:solidFill>
                  <a:srgbClr val="5E5E5E"/>
                </a:solidFill>
              </a:defRPr>
            </a:lvl1pPr>
          </a:lstStyle>
          <a:p>
            <a:r>
              <a:t>https://arxiv.org/pdf/1712.09913.pdf</a:t>
            </a:r>
          </a:p>
        </p:txBody>
      </p:sp>
      <p:pic>
        <p:nvPicPr>
          <p:cNvPr id="694" name="Screenshot 2023-05-29 at 12.28.44 AM.png" descr="Screenshot 2023-05-29 at 12.28.44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128" y="8839310"/>
            <a:ext cx="7874001" cy="4445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Residual connections and Layer Normalization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8394878" cy="3036095"/>
          </a:xfrm>
          <a:prstGeom prst="rect">
            <a:avLst/>
          </a:prstGeom>
        </p:spPr>
        <p:txBody>
          <a:bodyPr/>
          <a:lstStyle/>
          <a:p>
            <a:r>
              <a:t>Residual connections and Layer Normalization</a:t>
            </a:r>
          </a:p>
        </p:txBody>
      </p:sp>
      <p:pic>
        <p:nvPicPr>
          <p:cNvPr id="6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271" y="3144302"/>
            <a:ext cx="9593801" cy="8973976"/>
          </a:xfrm>
          <a:prstGeom prst="rect">
            <a:avLst/>
          </a:prstGeom>
          <a:ln w="12700">
            <a:miter lim="400000"/>
          </a:ln>
        </p:spPr>
      </p:pic>
      <p:sp>
        <p:nvSpPr>
          <p:cNvPr id="698" name="(figure credit: Jay Alammar…"/>
          <p:cNvSpPr txBox="1"/>
          <p:nvPr/>
        </p:nvSpPr>
        <p:spPr>
          <a:xfrm>
            <a:off x="3137517" y="12242199"/>
            <a:ext cx="8931784" cy="112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(figure credit: </a:t>
            </a:r>
            <a:r>
              <a:rPr u="sng">
                <a:hlinkClick r:id="rId4"/>
              </a:rPr>
              <a:t>Jay Alammar</a:t>
            </a:r>
          </a:p>
          <a:p>
            <a:pPr>
              <a:defRPr sz="3200" i="1"/>
            </a:pPr>
            <a:r>
              <a:rPr u="sng">
                <a:hlinkClick r:id="rId5"/>
              </a:rPr>
              <a:t>http://jalammar.github.io/illustrated-transformer/</a:t>
            </a:r>
            <a:r>
              <a:t>)</a:t>
            </a:r>
          </a:p>
        </p:txBody>
      </p:sp>
      <p:sp>
        <p:nvSpPr>
          <p:cNvPr id="699" name="Group"/>
          <p:cNvSpPr txBox="1"/>
          <p:nvPr/>
        </p:nvSpPr>
        <p:spPr>
          <a:xfrm>
            <a:off x="13361841" y="3476924"/>
            <a:ext cx="10437642" cy="4101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 b="1"/>
              <a:t>LayerNorm</a:t>
            </a:r>
          </a:p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changes input features to have mean 0 and variance 1 per layer.</a:t>
            </a:r>
          </a:p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Adds two more parameters</a:t>
            </a:r>
          </a:p>
        </p:txBody>
      </p:sp>
      <p:sp>
        <p:nvSpPr>
          <p:cNvPr id="700" name="(Ba et al, 2016): Layer Normalization"/>
          <p:cNvSpPr txBox="1"/>
          <p:nvPr/>
        </p:nvSpPr>
        <p:spPr>
          <a:xfrm>
            <a:off x="15539873" y="12620876"/>
            <a:ext cx="6460781" cy="91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000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(Ba et al, 2016): Layer Normalization</a:t>
            </a:r>
          </a:p>
        </p:txBody>
      </p:sp>
      <p:grpSp>
        <p:nvGrpSpPr>
          <p:cNvPr id="703" name="Group"/>
          <p:cNvGrpSpPr/>
          <p:nvPr/>
        </p:nvGrpSpPr>
        <p:grpSpPr>
          <a:xfrm>
            <a:off x="13349154" y="6999353"/>
            <a:ext cx="10631956" cy="4683851"/>
            <a:chOff x="-658688" y="-135214"/>
            <a:chExt cx="10631955" cy="4683849"/>
          </a:xfrm>
        </p:grpSpPr>
        <p:pic>
          <p:nvPicPr>
            <p:cNvPr id="701" name="Screen Shot 2020-03-15 at 8.28.45 AM.png" descr="Screen Shot 2020-03-15 at 8.28.45 AM.png"/>
            <p:cNvPicPr>
              <a:picLocks noChangeAspect="1"/>
            </p:cNvPicPr>
            <p:nvPr/>
          </p:nvPicPr>
          <p:blipFill>
            <a:blip r:embed="rId6"/>
            <a:srcRect t="45352" r="53136"/>
            <a:stretch>
              <a:fillRect/>
            </a:stretch>
          </p:blipFill>
          <p:spPr>
            <a:xfrm>
              <a:off x="-658689" y="-135215"/>
              <a:ext cx="10631957" cy="26927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02" name="Screen Shot 2020-03-15 at 8.28.45 AM.png" descr="Screen Shot 2020-03-15 at 8.28.45 AM.png"/>
            <p:cNvPicPr>
              <a:picLocks noChangeAspect="1"/>
            </p:cNvPicPr>
            <p:nvPr/>
          </p:nvPicPr>
          <p:blipFill>
            <a:blip r:embed="rId6"/>
            <a:srcRect l="51880" t="42839" r="12717"/>
            <a:stretch>
              <a:fillRect/>
            </a:stretch>
          </p:blipFill>
          <p:spPr>
            <a:xfrm>
              <a:off x="536575" y="2159661"/>
              <a:ext cx="6812230" cy="23889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04" name="Rectangle"/>
          <p:cNvSpPr/>
          <p:nvPr/>
        </p:nvSpPr>
        <p:spPr>
          <a:xfrm>
            <a:off x="16307759" y="9310280"/>
            <a:ext cx="569986" cy="200129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05" name="Rectangle"/>
          <p:cNvSpPr/>
          <p:nvPr/>
        </p:nvSpPr>
        <p:spPr>
          <a:xfrm>
            <a:off x="20719696" y="9310280"/>
            <a:ext cx="569986" cy="200129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53</a:t>
            </a:fld>
            <a:endParaRPr/>
          </a:p>
        </p:txBody>
      </p:sp>
      <p:sp>
        <p:nvSpPr>
          <p:cNvPr id="707" name="Group"/>
          <p:cNvSpPr txBox="1"/>
          <p:nvPr/>
        </p:nvSpPr>
        <p:spPr>
          <a:xfrm>
            <a:off x="13361841" y="11576534"/>
            <a:ext cx="10437642" cy="1467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For more stable and efficient training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9" grpId="0" animBg="1" advAuto="0"/>
      <p:bldP spid="703" grpId="0" animBg="1" advAuto="0"/>
      <p:bldP spid="707" grpId="0" animBg="1" advAuto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Add &amp; Norm"/>
          <p:cNvSpPr txBox="1">
            <a:spLocks noGrp="1"/>
          </p:cNvSpPr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Add &amp; Norm</a:t>
            </a:r>
          </a:p>
        </p:txBody>
      </p:sp>
      <p:sp>
        <p:nvSpPr>
          <p:cNvPr id="712" name="Residual Connections and Layer Norm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Residual Connections and Layer Norm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3" name="Combine residual connection and layer norm into a single &quot;Add &amp; Norm&quot; component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088084" y="3963265"/>
                <a:ext cx="21543567" cy="8959282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Combine residual connection and layer norm into a single "Add &amp; Norm" component</a:t>
                </a:r>
              </a:p>
              <a:p>
                <a:r>
                  <a:t>Two choices:</a:t>
                </a:r>
              </a:p>
              <a:p>
                <a:pPr lvl="1"/>
                <a:r>
                  <a:t>Pre-norm (input):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ℓ+1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))+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</m:oMath>
                </a14:m>
                <a:endParaRPr/>
              </a:p>
              <a:p>
                <a:pPr lvl="1"/>
                <a:r>
                  <a:t>Res-Post-norm (output):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ℓ+1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))+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</m:oMath>
                </a14:m>
                <a:endParaRPr/>
              </a:p>
              <a:p>
                <a:pPr lvl="1"/>
                <a:r>
                  <a:t>Post-norm: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57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ℓ+1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sSup>
                      <m:sSupPr>
                        <m:ctrlP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sz="5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sup>
                    </m:sSup>
                    <m:r>
                      <a:rPr sz="5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r>
                  <a:t>Pre-norm leads to faster training.</a:t>
                </a:r>
              </a:p>
            </p:txBody>
          </p:sp>
        </mc:Choice>
        <mc:Fallback>
          <p:sp>
            <p:nvSpPr>
              <p:cNvPr id="713" name="Combine residual connection and layer norm into a single &quot;Add &amp; Norm&quot; component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88084" y="3963265"/>
                <a:ext cx="21543567" cy="8959282"/>
              </a:xfrm>
              <a:prstGeom prst="rect">
                <a:avLst/>
              </a:prstGeom>
              <a:blipFill>
                <a:blip r:embed="rId2"/>
                <a:stretch>
                  <a:fillRect l="-1697" t="-3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4" name="https://arxiv.org/abs/2002.04745"/>
          <p:cNvSpPr txBox="1"/>
          <p:nvPr/>
        </p:nvSpPr>
        <p:spPr>
          <a:xfrm>
            <a:off x="15751993" y="7054435"/>
            <a:ext cx="7992645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2438338">
              <a:defRPr sz="4200">
                <a:solidFill>
                  <a:srgbClr val="5E5E5E"/>
                </a:solidFill>
              </a:defRPr>
            </a:lvl1pPr>
          </a:lstStyle>
          <a:p>
            <a:r>
              <a:t>https://arxiv.org/abs/2002.04745</a:t>
            </a:r>
          </a:p>
        </p:txBody>
      </p:sp>
      <p:sp>
        <p:nvSpPr>
          <p:cNvPr id="715" name="https://arxiv.org/abs/2111.09883"/>
          <p:cNvSpPr txBox="1"/>
          <p:nvPr/>
        </p:nvSpPr>
        <p:spPr>
          <a:xfrm>
            <a:off x="15751993" y="8580906"/>
            <a:ext cx="7992645" cy="721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2438338">
              <a:defRPr sz="4200">
                <a:solidFill>
                  <a:srgbClr val="5E5E5E"/>
                </a:solidFill>
              </a:defRPr>
            </a:lvl1pPr>
          </a:lstStyle>
          <a:p>
            <a:r>
              <a:t>https://arxiv.org/abs/2111.09883</a:t>
            </a:r>
          </a:p>
        </p:txBody>
      </p:sp>
      <p:sp>
        <p:nvSpPr>
          <p:cNvPr id="716" name="https://arxiv.org/abs/1706.03762"/>
          <p:cNvSpPr txBox="1"/>
          <p:nvPr/>
        </p:nvSpPr>
        <p:spPr>
          <a:xfrm>
            <a:off x="15600228" y="10107376"/>
            <a:ext cx="829617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r>
              <a:t>https://arxiv.org/abs/1706.03762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Transformer Enco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Transformer Encoder</a:t>
            </a:r>
          </a:p>
        </p:txBody>
      </p:sp>
      <p:pic>
        <p:nvPicPr>
          <p:cNvPr id="71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610" y="3283696"/>
            <a:ext cx="3648143" cy="6638058"/>
          </a:xfrm>
          <a:prstGeom prst="rect">
            <a:avLst/>
          </a:prstGeom>
          <a:ln w="12700">
            <a:miter lim="400000"/>
          </a:ln>
        </p:spPr>
      </p:pic>
      <p:sp>
        <p:nvSpPr>
          <p:cNvPr id="720" name="Each Transformer block has two sub-layers…"/>
          <p:cNvSpPr txBox="1">
            <a:spLocks noGrp="1"/>
          </p:cNvSpPr>
          <p:nvPr>
            <p:ph type="body" sz="quarter" idx="1"/>
          </p:nvPr>
        </p:nvSpPr>
        <p:spPr>
          <a:xfrm>
            <a:off x="8978171" y="3602218"/>
            <a:ext cx="10578729" cy="2421510"/>
          </a:xfrm>
          <a:prstGeom prst="rect">
            <a:avLst/>
          </a:prstGeom>
        </p:spPr>
        <p:txBody>
          <a:bodyPr/>
          <a:lstStyle/>
          <a:p>
            <a:r>
              <a:t>Each Transformer block has two sub-layers</a:t>
            </a:r>
          </a:p>
          <a:p>
            <a:pPr lvl="1"/>
            <a:r>
              <a:t>Multi-head attention</a:t>
            </a:r>
          </a:p>
          <a:p>
            <a:pPr lvl="1"/>
            <a:r>
              <a:t>2-layer feedforward NN (with ReLU)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Each sublayer has a residual connection and a layer normalization"/>
              <p:cNvSpPr txBox="1"/>
              <p:nvPr/>
            </p:nvSpPr>
            <p:spPr>
              <a:xfrm>
                <a:off x="8978171" y="6232664"/>
                <a:ext cx="10578729" cy="242150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marL="603250" indent="-603250" algn="l">
                  <a:spcBef>
                    <a:spcPts val="1400"/>
                  </a:spcBef>
                  <a:buSzPct val="145000"/>
                  <a:buChar char="•"/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Each sublayer has a residual connection and a layer normalization</a:t>
                </a:r>
                <a:endParaRPr>
                  <a:solidFill>
                    <a:schemeClr val="accent5">
                      <a:lumOff val="-29866"/>
                    </a:schemeClr>
                  </a:solidFill>
                </a:endParaRPr>
              </a:p>
              <a:p>
                <a:pPr lvl="1" indent="0"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LayerNorm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SubLayer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3900"/>
              </a:p>
            </p:txBody>
          </p:sp>
        </mc:Choice>
        <mc:Fallback>
          <p:sp>
            <p:nvSpPr>
              <p:cNvPr id="721" name="Each sublayer has a residual connection and a layer normaliz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171" y="6232664"/>
                <a:ext cx="10578729" cy="2421509"/>
              </a:xfrm>
              <a:prstGeom prst="rect">
                <a:avLst/>
              </a:prstGeom>
              <a:blipFill>
                <a:blip r:embed="rId4"/>
                <a:stretch>
                  <a:fillRect l="-3112" t="-6533" r="-270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2" name="(Ba et al, 2016): Layer Normalization"/>
          <p:cNvSpPr txBox="1"/>
          <p:nvPr/>
        </p:nvSpPr>
        <p:spPr>
          <a:xfrm>
            <a:off x="14444498" y="12620876"/>
            <a:ext cx="6460781" cy="91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000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(Ba et al, 2016): Layer Normalization</a:t>
            </a:r>
          </a:p>
        </p:txBody>
      </p:sp>
      <p:sp>
        <p:nvSpPr>
          <p:cNvPr id="723" name="Input layer has a positional encoding"/>
          <p:cNvSpPr txBox="1"/>
          <p:nvPr/>
        </p:nvSpPr>
        <p:spPr>
          <a:xfrm>
            <a:off x="8978171" y="8545169"/>
            <a:ext cx="10578729" cy="11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Input layer has a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positional encoding</a:t>
            </a:r>
          </a:p>
        </p:txBody>
      </p:sp>
      <p:sp>
        <p:nvSpPr>
          <p:cNvPr id="724" name="Oval"/>
          <p:cNvSpPr/>
          <p:nvPr/>
        </p:nvSpPr>
        <p:spPr>
          <a:xfrm>
            <a:off x="4042885" y="6748800"/>
            <a:ext cx="2371392" cy="1928215"/>
          </a:xfrm>
          <a:prstGeom prst="ellipse">
            <a:avLst/>
          </a:prstGeom>
          <a:ln w="63500">
            <a:solidFill>
              <a:schemeClr val="accent5">
                <a:lumOff val="-29866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55</a:t>
            </a:fld>
            <a:endParaRPr/>
          </a:p>
        </p:txBody>
      </p:sp>
      <p:sp>
        <p:nvSpPr>
          <p:cNvPr id="726" name="(He et al, 2016): Residual connections"/>
          <p:cNvSpPr txBox="1"/>
          <p:nvPr/>
        </p:nvSpPr>
        <p:spPr>
          <a:xfrm>
            <a:off x="2765291" y="12620876"/>
            <a:ext cx="6460781" cy="91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805100">
              <a:spcBef>
                <a:spcPts val="1300"/>
              </a:spcBef>
              <a:defRPr sz="2940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(He et al, 2016): Residual connections</a:t>
            </a:r>
          </a:p>
        </p:txBody>
      </p:sp>
      <p:sp>
        <p:nvSpPr>
          <p:cNvPr id="727" name="Necessary for the model to…"/>
          <p:cNvSpPr txBox="1"/>
          <p:nvPr/>
        </p:nvSpPr>
        <p:spPr>
          <a:xfrm>
            <a:off x="13467867" y="10228931"/>
            <a:ext cx="7721728" cy="1448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rgbClr val="5E5E5E"/>
                </a:solidFill>
              </a:defRPr>
            </a:pPr>
            <a:r>
              <a:t>Necessary for the model to </a:t>
            </a:r>
          </a:p>
          <a:p>
            <a:pPr>
              <a:defRPr>
                <a:solidFill>
                  <a:srgbClr val="5E5E5E"/>
                </a:solidFill>
              </a:defRPr>
            </a:pPr>
            <a:r>
              <a:t>know the position of the token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" grpId="0" animBg="1" advAuto="0"/>
      <p:bldP spid="724" grpId="0" animBg="1" advAuto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Screen Shot 2020-03-14 at 6.40.04 PM.png" descr="Screen Shot 2020-03-14 at 6.40.0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714" y="4886338"/>
            <a:ext cx="4348088" cy="6447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2" name="Screen Shot 2020-03-14 at 6.34.44 PM.png" descr="Screen Shot 2020-03-14 at 6.34.44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7867" y="2497732"/>
            <a:ext cx="3971530" cy="19857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Screen Shot 2020-03-14 at 6.34.37 PM.png" descr="Screen Shot 2020-03-14 at 6.34.37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6295" y="2966374"/>
            <a:ext cx="8750377" cy="1803650"/>
          </a:xfrm>
          <a:prstGeom prst="rect">
            <a:avLst/>
          </a:prstGeom>
          <a:ln w="12700">
            <a:miter lim="400000"/>
          </a:ln>
        </p:spPr>
      </p:pic>
      <p:sp>
        <p:nvSpPr>
          <p:cNvPr id="734" name="Positional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Positional encoding</a:t>
            </a:r>
          </a:p>
        </p:txBody>
      </p:sp>
      <p:sp>
        <p:nvSpPr>
          <p:cNvPr id="735" name="t = position…"/>
          <p:cNvSpPr txBox="1">
            <a:spLocks noGrp="1"/>
          </p:cNvSpPr>
          <p:nvPr>
            <p:ph type="body" sz="quarter" idx="1"/>
          </p:nvPr>
        </p:nvSpPr>
        <p:spPr>
          <a:xfrm>
            <a:off x="1709584" y="10740048"/>
            <a:ext cx="7280348" cy="326732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t = position</a:t>
            </a:r>
          </a:p>
          <a:p>
            <a:pPr marL="0" indent="0">
              <a:buSzTx/>
              <a:buNone/>
            </a:pPr>
            <a:r>
              <a:t>d = embedding dimension</a:t>
            </a:r>
          </a:p>
          <a:p>
            <a:pPr marL="0" indent="0">
              <a:buSzTx/>
              <a:buNone/>
            </a:pPr>
            <a:r>
              <a:t>i = embedding index (0 to d-1)</a:t>
            </a:r>
          </a:p>
        </p:txBody>
      </p:sp>
      <p:grpSp>
        <p:nvGrpSpPr>
          <p:cNvPr id="739" name="Group"/>
          <p:cNvGrpSpPr/>
          <p:nvPr/>
        </p:nvGrpSpPr>
        <p:grpSpPr>
          <a:xfrm>
            <a:off x="11389104" y="4195125"/>
            <a:ext cx="9810049" cy="9221841"/>
            <a:chOff x="0" y="0"/>
            <a:chExt cx="9810047" cy="9221840"/>
          </a:xfrm>
        </p:grpSpPr>
        <p:pic>
          <p:nvPicPr>
            <p:cNvPr id="736" name="Image" descr="Image"/>
            <p:cNvPicPr>
              <a:picLocks noChangeAspect="1"/>
            </p:cNvPicPr>
            <p:nvPr/>
          </p:nvPicPr>
          <p:blipFill>
            <a:blip r:embed="rId6"/>
            <a:srcRect l="10415" r="17734" b="13744"/>
            <a:stretch>
              <a:fillRect/>
            </a:stretch>
          </p:blipFill>
          <p:spPr>
            <a:xfrm rot="10800000" flipH="1">
              <a:off x="0" y="-1"/>
              <a:ext cx="9810047" cy="82221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37" name="Sine"/>
            <p:cNvSpPr txBox="1"/>
            <p:nvPr/>
          </p:nvSpPr>
          <p:spPr>
            <a:xfrm>
              <a:off x="1063236" y="8120244"/>
              <a:ext cx="2905446" cy="1101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>
              <a:lvl1pPr defTabSz="739378">
                <a:defRPr sz="6660">
                  <a:latin typeface="+mj-lt"/>
                  <a:ea typeface="+mj-ea"/>
                  <a:cs typeface="+mj-cs"/>
                  <a:sym typeface="Gill Sans"/>
                </a:defRPr>
              </a:lvl1pPr>
            </a:lstStyle>
            <a:p>
              <a:r>
                <a:t>Sine </a:t>
              </a:r>
            </a:p>
          </p:txBody>
        </p:sp>
        <p:sp>
          <p:nvSpPr>
            <p:cNvPr id="738" name="Cosine"/>
            <p:cNvSpPr txBox="1"/>
            <p:nvPr/>
          </p:nvSpPr>
          <p:spPr>
            <a:xfrm>
              <a:off x="5741121" y="8120244"/>
              <a:ext cx="2905446" cy="1101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>
              <a:lvl1pPr defTabSz="739378">
                <a:defRPr sz="6660">
                  <a:latin typeface="+mj-lt"/>
                  <a:ea typeface="+mj-ea"/>
                  <a:cs typeface="+mj-cs"/>
                  <a:sym typeface="Gill Sans"/>
                </a:defRPr>
              </a:lvl1pPr>
            </a:lstStyle>
            <a:p>
              <a:r>
                <a:t>Cosine </a:t>
              </a:r>
            </a:p>
          </p:txBody>
        </p:sp>
      </p:grpSp>
      <p:sp>
        <p:nvSpPr>
          <p:cNvPr id="7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" grpId="0" animBg="1" advAuto="0"/>
      <p:bldP spid="732" grpId="0" animBg="1" advAuto="0"/>
      <p:bldP spid="733" grpId="0" animBg="1" advAuto="0"/>
      <p:bldP spid="735" grpId="0" animBg="1" advAuto="0"/>
      <p:bldP spid="739" grpId="0" animBg="1" advAuto="0"/>
      <p:bldP spid="739" grpId="1" animBg="1" advAuto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Screen Shot 2020-03-14 at 6.40.04 PM.png" descr="Screen Shot 2020-03-14 at 6.40.04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714" y="4886338"/>
            <a:ext cx="4348088" cy="6447165"/>
          </a:xfrm>
          <a:prstGeom prst="rect">
            <a:avLst/>
          </a:prstGeom>
          <a:ln w="12700">
            <a:miter lim="400000"/>
          </a:ln>
        </p:spPr>
      </p:pic>
      <p:pic>
        <p:nvPicPr>
          <p:cNvPr id="745" name="Screen Shot 2020-03-14 at 6.34.44 PM.png" descr="Screen Shot 2020-03-14 at 6.34.44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7867" y="2497732"/>
            <a:ext cx="3971530" cy="19857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46" name="Screen Shot 2020-03-14 at 6.34.37 PM.png" descr="Screen Shot 2020-03-14 at 6.34.37 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6295" y="2966374"/>
            <a:ext cx="8750377" cy="1803650"/>
          </a:xfrm>
          <a:prstGeom prst="rect">
            <a:avLst/>
          </a:prstGeom>
          <a:ln w="12700">
            <a:miter lim="400000"/>
          </a:ln>
        </p:spPr>
      </p:pic>
      <p:sp>
        <p:nvSpPr>
          <p:cNvPr id="747" name="Positional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Positional encoding</a:t>
            </a:r>
          </a:p>
        </p:txBody>
      </p:sp>
      <p:sp>
        <p:nvSpPr>
          <p:cNvPr id="748" name="t = position…"/>
          <p:cNvSpPr txBox="1">
            <a:spLocks noGrp="1"/>
          </p:cNvSpPr>
          <p:nvPr>
            <p:ph type="body" sz="quarter" idx="1"/>
          </p:nvPr>
        </p:nvSpPr>
        <p:spPr>
          <a:xfrm>
            <a:off x="1709584" y="10740048"/>
            <a:ext cx="7280348" cy="326732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t = position</a:t>
            </a:r>
          </a:p>
          <a:p>
            <a:pPr marL="0" indent="0">
              <a:buSzTx/>
              <a:buNone/>
            </a:pPr>
            <a:r>
              <a:t>d = embedding dimension</a:t>
            </a:r>
          </a:p>
          <a:p>
            <a:pPr marL="0" indent="0">
              <a:buSzTx/>
              <a:buNone/>
            </a:pPr>
            <a:r>
              <a:t>i = embedding index (0 to d-1)</a:t>
            </a:r>
          </a:p>
        </p:txBody>
      </p:sp>
      <p:grpSp>
        <p:nvGrpSpPr>
          <p:cNvPr id="754" name="Group"/>
          <p:cNvGrpSpPr/>
          <p:nvPr/>
        </p:nvGrpSpPr>
        <p:grpSpPr>
          <a:xfrm>
            <a:off x="7914499" y="4139877"/>
            <a:ext cx="15820009" cy="8124463"/>
            <a:chOff x="0" y="0"/>
            <a:chExt cx="15820007" cy="8124462"/>
          </a:xfrm>
        </p:grpSpPr>
        <p:pic>
          <p:nvPicPr>
            <p:cNvPr id="749" name="Image" descr="Image"/>
            <p:cNvPicPr>
              <a:picLocks noChangeAspect="1"/>
            </p:cNvPicPr>
            <p:nvPr/>
          </p:nvPicPr>
          <p:blipFill>
            <a:blip r:embed="rId6"/>
            <a:srcRect l="2687" b="4253"/>
            <a:stretch>
              <a:fillRect/>
            </a:stretch>
          </p:blipFill>
          <p:spPr>
            <a:xfrm>
              <a:off x="1124137" y="503136"/>
              <a:ext cx="14000220" cy="66557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50" name="Embedding index i"/>
            <p:cNvSpPr txBox="1"/>
            <p:nvPr/>
          </p:nvSpPr>
          <p:spPr>
            <a:xfrm>
              <a:off x="4827318" y="7022867"/>
              <a:ext cx="5321939" cy="1101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defTabSz="542210">
                <a:defRPr sz="4884"/>
              </a:pPr>
              <a:r>
                <a:t>Embedding index </a:t>
              </a:r>
              <a:r>
                <a:rPr i="1"/>
                <a:t>i</a:t>
              </a:r>
              <a:r>
                <a:t> </a:t>
              </a:r>
            </a:p>
          </p:txBody>
        </p:sp>
        <p:sp>
          <p:nvSpPr>
            <p:cNvPr id="751" name="Position t"/>
            <p:cNvSpPr txBox="1"/>
            <p:nvPr/>
          </p:nvSpPr>
          <p:spPr>
            <a:xfrm rot="16200000">
              <a:off x="-2110172" y="3419245"/>
              <a:ext cx="5321939" cy="1101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/>
            <a:p>
              <a:pPr defTabSz="722947">
                <a:defRPr sz="6512"/>
              </a:pPr>
              <a:r>
                <a:t>Position </a:t>
              </a:r>
              <a:r>
                <a:rPr i="1"/>
                <a:t>t</a:t>
              </a:r>
              <a:r>
                <a:t> </a:t>
              </a:r>
            </a:p>
          </p:txBody>
        </p:sp>
        <p:sp>
          <p:nvSpPr>
            <p:cNvPr id="752" name="-1"/>
            <p:cNvSpPr txBox="1"/>
            <p:nvPr/>
          </p:nvSpPr>
          <p:spPr>
            <a:xfrm>
              <a:off x="14592655" y="6729136"/>
              <a:ext cx="1227353" cy="11015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/>
            <a:p>
              <a:pPr defTabSz="722947">
                <a:defRPr sz="6512"/>
              </a:pPr>
              <a:r>
                <a:rPr sz="5632">
                  <a:solidFill>
                    <a:srgbClr val="800C1E"/>
                  </a:solidFill>
                </a:rPr>
                <a:t>-1</a:t>
              </a:r>
              <a:r>
                <a:t> </a:t>
              </a:r>
            </a:p>
          </p:txBody>
        </p:sp>
        <p:sp>
          <p:nvSpPr>
            <p:cNvPr id="753" name="+1"/>
            <p:cNvSpPr txBox="1"/>
            <p:nvPr/>
          </p:nvSpPr>
          <p:spPr>
            <a:xfrm>
              <a:off x="14592655" y="0"/>
              <a:ext cx="1227353" cy="11015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lnSpcReduction="10000"/>
            </a:bodyPr>
            <a:lstStyle/>
            <a:p>
              <a:pPr defTabSz="722947">
                <a:defRPr sz="6512"/>
              </a:pPr>
              <a:r>
                <a:rPr sz="5632">
                  <a:solidFill>
                    <a:srgbClr val="2263AE"/>
                  </a:solidFill>
                </a:rPr>
                <a:t>+1</a:t>
              </a:r>
              <a:r>
                <a:t> </a:t>
              </a:r>
            </a:p>
          </p:txBody>
        </p:sp>
      </p:grpSp>
      <p:sp>
        <p:nvSpPr>
          <p:cNvPr id="7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57</a:t>
            </a:fld>
            <a:endParaRPr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ositional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Positional encoding </a:t>
            </a:r>
          </a:p>
        </p:txBody>
      </p:sp>
      <p:sp>
        <p:nvSpPr>
          <p:cNvPr id="760" name="Fixed absolute encoding…"/>
          <p:cNvSpPr txBox="1">
            <a:spLocks noGrp="1"/>
          </p:cNvSpPr>
          <p:nvPr>
            <p:ph type="body" sz="quarter" idx="1"/>
          </p:nvPr>
        </p:nvSpPr>
        <p:spPr>
          <a:xfrm>
            <a:off x="2259465" y="4970864"/>
            <a:ext cx="9010382" cy="7129798"/>
          </a:xfrm>
          <a:prstGeom prst="rect">
            <a:avLst/>
          </a:prstGeom>
        </p:spPr>
        <p:txBody>
          <a:bodyPr/>
          <a:lstStyle/>
          <a:p>
            <a:r>
              <a:t>Fixed absolute encoding</a:t>
            </a:r>
          </a:p>
          <a:p>
            <a:r>
              <a:t>Words that are closer to each other have higher dot product (relative attention is high)</a:t>
            </a:r>
          </a:p>
          <a:p>
            <a:r>
              <a:t>Can scale to long sequences </a:t>
            </a:r>
          </a:p>
        </p:txBody>
      </p:sp>
      <p:sp>
        <p:nvSpPr>
          <p:cNvPr id="7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58</a:t>
            </a:fld>
            <a:endParaRPr/>
          </a:p>
        </p:txBody>
      </p:sp>
      <p:pic>
        <p:nvPicPr>
          <p:cNvPr id="7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0420" y="3032279"/>
            <a:ext cx="3665391" cy="113206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361" y="2994880"/>
            <a:ext cx="9604296" cy="14867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64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86795" y="5123107"/>
            <a:ext cx="9252008" cy="8041295"/>
          </a:xfrm>
          <a:prstGeom prst="rect">
            <a:avLst/>
          </a:prstGeom>
          <a:ln w="12700">
            <a:miter lim="400000"/>
          </a:ln>
        </p:spPr>
      </p:pic>
      <p:sp>
        <p:nvSpPr>
          <p:cNvPr id="765" name="Dot product of positions"/>
          <p:cNvSpPr txBox="1"/>
          <p:nvPr/>
        </p:nvSpPr>
        <p:spPr>
          <a:xfrm>
            <a:off x="14537330" y="4489540"/>
            <a:ext cx="5109796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/>
            </a:lvl1pPr>
          </a:lstStyle>
          <a:p>
            <a:r>
              <a:t>Dot product of positions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Transformer enco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Transformer encoder</a:t>
            </a:r>
          </a:p>
        </p:txBody>
      </p:sp>
      <p:pic>
        <p:nvPicPr>
          <p:cNvPr id="768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610" y="3283696"/>
            <a:ext cx="3648143" cy="6638058"/>
          </a:xfrm>
          <a:prstGeom prst="rect">
            <a:avLst/>
          </a:prstGeom>
          <a:ln w="12700">
            <a:miter lim="400000"/>
          </a:ln>
        </p:spPr>
      </p:pic>
      <p:sp>
        <p:nvSpPr>
          <p:cNvPr id="769" name="Each Transformer block has two sub-layers…"/>
          <p:cNvSpPr txBox="1">
            <a:spLocks noGrp="1"/>
          </p:cNvSpPr>
          <p:nvPr>
            <p:ph type="body" sz="quarter" idx="1"/>
          </p:nvPr>
        </p:nvSpPr>
        <p:spPr>
          <a:xfrm>
            <a:off x="8978171" y="3602218"/>
            <a:ext cx="10578729" cy="2421510"/>
          </a:xfrm>
          <a:prstGeom prst="rect">
            <a:avLst/>
          </a:prstGeom>
        </p:spPr>
        <p:txBody>
          <a:bodyPr/>
          <a:lstStyle/>
          <a:p>
            <a:r>
              <a:t>Each Transformer block has two sub-layers</a:t>
            </a:r>
          </a:p>
          <a:p>
            <a:pPr lvl="1"/>
            <a:r>
              <a:t>Multi-head attention</a:t>
            </a:r>
          </a:p>
          <a:p>
            <a:pPr lvl="1"/>
            <a:r>
              <a:t>2-layer feedforward NN (with ReLU)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0" name="Each sublayer has a residual connection and a layer normalization"/>
              <p:cNvSpPr txBox="1"/>
              <p:nvPr/>
            </p:nvSpPr>
            <p:spPr>
              <a:xfrm>
                <a:off x="8978171" y="6232664"/>
                <a:ext cx="10578729" cy="242150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marL="603250" indent="-603250" algn="l">
                  <a:spcBef>
                    <a:spcPts val="1400"/>
                  </a:spcBef>
                  <a:buSzPct val="145000"/>
                  <a:buChar char="•"/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Each sublayer has a residual connection and a layer normalization</a:t>
                </a:r>
                <a:endParaRPr>
                  <a:solidFill>
                    <a:schemeClr val="accent5">
                      <a:lumOff val="-29866"/>
                    </a:schemeClr>
                  </a:solidFill>
                </a:endParaRPr>
              </a:p>
              <a:p>
                <a:pPr lvl="1" indent="0" algn="l">
                  <a:spcBef>
                    <a:spcPts val="1400"/>
                  </a:spcBef>
                  <a:defRPr sz="38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LayerNorm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SubLayer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3900"/>
              </a:p>
            </p:txBody>
          </p:sp>
        </mc:Choice>
        <mc:Fallback>
          <p:sp>
            <p:nvSpPr>
              <p:cNvPr id="770" name="Each sublayer has a residual connection and a layer normaliz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171" y="6232664"/>
                <a:ext cx="10578729" cy="2421509"/>
              </a:xfrm>
              <a:prstGeom prst="rect">
                <a:avLst/>
              </a:prstGeom>
              <a:blipFill>
                <a:blip r:embed="rId4"/>
                <a:stretch>
                  <a:fillRect l="-3112" t="-6533" r="-270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1" name="(Ba et al, 2016): Layer Normalization"/>
          <p:cNvSpPr txBox="1"/>
          <p:nvPr/>
        </p:nvSpPr>
        <p:spPr>
          <a:xfrm>
            <a:off x="14444498" y="12620876"/>
            <a:ext cx="6460781" cy="91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000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(Ba et al, 2016): Layer Normalization</a:t>
            </a:r>
          </a:p>
        </p:txBody>
      </p:sp>
      <p:sp>
        <p:nvSpPr>
          <p:cNvPr id="772" name="Input layer has a positional encoding"/>
          <p:cNvSpPr txBox="1"/>
          <p:nvPr/>
        </p:nvSpPr>
        <p:spPr>
          <a:xfrm>
            <a:off x="8978171" y="8545169"/>
            <a:ext cx="10578729" cy="11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Input layer has a positional encoding</a:t>
            </a:r>
          </a:p>
        </p:txBody>
      </p:sp>
      <p:grpSp>
        <p:nvGrpSpPr>
          <p:cNvPr id="775" name="Group"/>
          <p:cNvGrpSpPr/>
          <p:nvPr/>
        </p:nvGrpSpPr>
        <p:grpSpPr>
          <a:xfrm>
            <a:off x="4271229" y="10573901"/>
            <a:ext cx="15392643" cy="1991715"/>
            <a:chOff x="0" y="0"/>
            <a:chExt cx="15392641" cy="1991713"/>
          </a:xfrm>
        </p:grpSpPr>
        <p:sp>
          <p:nvSpPr>
            <p:cNvPr id="773" name="BERT_base: 12 layers, 12 heads, hidden size = 768, 110M parameters"/>
            <p:cNvSpPr txBox="1"/>
            <p:nvPr/>
          </p:nvSpPr>
          <p:spPr>
            <a:xfrm>
              <a:off x="0" y="0"/>
              <a:ext cx="15392642" cy="11111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fontScale="92500"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BERT_base: 12 layers, 12 heads, hidden size = 768, 110M parameters</a:t>
              </a:r>
            </a:p>
          </p:txBody>
        </p:sp>
        <p:sp>
          <p:nvSpPr>
            <p:cNvPr id="774" name="BERT_large: 24 layers, 16 heads, hidden size = 1024, 340M parameters"/>
            <p:cNvSpPr txBox="1"/>
            <p:nvPr/>
          </p:nvSpPr>
          <p:spPr>
            <a:xfrm>
              <a:off x="0" y="880538"/>
              <a:ext cx="15392642" cy="11111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fontScale="92500"/>
            </a:bodyPr>
            <a:lstStyle>
              <a:lvl1pPr marL="585152" indent="-585152" algn="l" defTabSz="796885">
                <a:spcBef>
                  <a:spcPts val="1300"/>
                </a:spcBef>
                <a:buSzPct val="145000"/>
                <a:buChar char="•"/>
                <a:defRPr sz="3686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BERT_large: 24 layers, 16 heads, hidden size = 1024, 340M parameters</a:t>
              </a:r>
            </a:p>
          </p:txBody>
        </p:sp>
      </p:grpSp>
      <p:pic>
        <p:nvPicPr>
          <p:cNvPr id="776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66847" y="447965"/>
            <a:ext cx="4280715" cy="12309520"/>
          </a:xfrm>
          <a:prstGeom prst="rect">
            <a:avLst/>
          </a:prstGeom>
          <a:ln w="12700">
            <a:miter lim="400000"/>
          </a:ln>
        </p:spPr>
      </p:pic>
      <p:sp>
        <p:nvSpPr>
          <p:cNvPr id="777" name="Input embedding is byte pair encoding (BPE)"/>
          <p:cNvSpPr txBox="1"/>
          <p:nvPr/>
        </p:nvSpPr>
        <p:spPr>
          <a:xfrm>
            <a:off x="8978171" y="9407466"/>
            <a:ext cx="10578729" cy="11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Input embedding is byte pair encoding (BPE) </a:t>
            </a:r>
          </a:p>
        </p:txBody>
      </p:sp>
      <p:sp>
        <p:nvSpPr>
          <p:cNvPr id="778" name="original"/>
          <p:cNvSpPr txBox="1"/>
          <p:nvPr/>
        </p:nvSpPr>
        <p:spPr>
          <a:xfrm>
            <a:off x="20305701" y="218441"/>
            <a:ext cx="2163504" cy="1111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original</a:t>
            </a:r>
          </a:p>
        </p:txBody>
      </p:sp>
      <p:sp>
        <p:nvSpPr>
          <p:cNvPr id="7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59</a:t>
            </a:fld>
            <a:endParaRPr/>
          </a:p>
        </p:txBody>
      </p:sp>
      <p:sp>
        <p:nvSpPr>
          <p:cNvPr id="780" name="Transformer…"/>
          <p:cNvSpPr txBox="1"/>
          <p:nvPr/>
        </p:nvSpPr>
        <p:spPr>
          <a:xfrm>
            <a:off x="487046" y="1126732"/>
            <a:ext cx="4316401" cy="279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b="1">
                <a:solidFill>
                  <a:srgbClr val="5E5E5E"/>
                </a:solidFill>
              </a:defRPr>
            </a:pPr>
            <a:r>
              <a:t>Transformer</a:t>
            </a:r>
          </a:p>
          <a:p>
            <a:pPr>
              <a:defRPr>
                <a:solidFill>
                  <a:srgbClr val="5E5E5E"/>
                </a:solidFill>
              </a:defRPr>
            </a:pPr>
            <a:r>
              <a:t>Non-recurrent,</a:t>
            </a:r>
          </a:p>
          <a:p>
            <a:pPr>
              <a:defRPr>
                <a:solidFill>
                  <a:srgbClr val="5E5E5E"/>
                </a:solidFill>
              </a:defRPr>
            </a:pPr>
            <a:r>
              <a:t>deep model with</a:t>
            </a:r>
          </a:p>
          <a:p>
            <a:pPr>
              <a:defRPr>
                <a:solidFill>
                  <a:srgbClr val="5E5E5E"/>
                </a:solidFill>
              </a:defRPr>
            </a:pPr>
            <a:r>
              <a:t>attention</a:t>
            </a:r>
          </a:p>
        </p:txBody>
      </p:sp>
      <p:sp>
        <p:nvSpPr>
          <p:cNvPr id="781" name="(He et al, 2016): Residual connections"/>
          <p:cNvSpPr txBox="1"/>
          <p:nvPr/>
        </p:nvSpPr>
        <p:spPr>
          <a:xfrm>
            <a:off x="2765291" y="12620876"/>
            <a:ext cx="6460781" cy="91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805100">
              <a:spcBef>
                <a:spcPts val="1300"/>
              </a:spcBef>
              <a:defRPr sz="2940">
                <a:solidFill>
                  <a:srgbClr val="01199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(He et al, 2016): Residual connections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" grpId="0" animBg="1" advAuto="0"/>
      <p:bldP spid="776" grpId="0" animBg="1" advAuto="0"/>
      <p:bldP spid="777" grpId="0" animBg="1" advAuto="0"/>
      <p:bldP spid="778" grpId="0" animBg="1" advAuto="0"/>
      <p:bldP spid="780" grpId="0" animBg="1" advAuto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Transformer decod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Transformer decoder</a:t>
            </a:r>
          </a:p>
        </p:txBody>
      </p:sp>
      <p:pic>
        <p:nvPicPr>
          <p:cNvPr id="786" name="Image" descr="Imag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50110" y="3112807"/>
            <a:ext cx="6639222" cy="97875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89" name="Group"/>
          <p:cNvGrpSpPr/>
          <p:nvPr/>
        </p:nvGrpSpPr>
        <p:grpSpPr>
          <a:xfrm>
            <a:off x="9541767" y="2866771"/>
            <a:ext cx="10578729" cy="3886229"/>
            <a:chOff x="0" y="0"/>
            <a:chExt cx="10578727" cy="3886227"/>
          </a:xfrm>
        </p:grpSpPr>
        <p:pic>
          <p:nvPicPr>
            <p:cNvPr id="787" name="Screen Shot 2020-03-14 at 7.43.35 PM.png" descr="Screen Shot 2020-03-14 at 7.43.35 PM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0397" y="2209827"/>
              <a:ext cx="4394201" cy="1676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8" name="Encoder-Decoder Attention, where queries come from previous decoder layer and keys and values come from output of encoder"/>
            <p:cNvSpPr txBox="1"/>
            <p:nvPr/>
          </p:nvSpPr>
          <p:spPr>
            <a:xfrm>
              <a:off x="0" y="0"/>
              <a:ext cx="10578728" cy="2421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Encoder-Decoder Attention, where queries come from previous decoder layer and keys and values come from output of encoder</a:t>
              </a:r>
            </a:p>
          </p:txBody>
        </p:sp>
      </p:grpSp>
      <p:sp>
        <p:nvSpPr>
          <p:cNvPr id="790" name="also 6 layers (in original paper)"/>
          <p:cNvSpPr txBox="1"/>
          <p:nvPr/>
        </p:nvSpPr>
        <p:spPr>
          <a:xfrm>
            <a:off x="9541767" y="11611284"/>
            <a:ext cx="10578729" cy="2421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also 6 layers (in original paper) </a:t>
            </a:r>
          </a:p>
        </p:txBody>
      </p:sp>
      <p:grpSp>
        <p:nvGrpSpPr>
          <p:cNvPr id="795" name="Group"/>
          <p:cNvGrpSpPr/>
          <p:nvPr/>
        </p:nvGrpSpPr>
        <p:grpSpPr>
          <a:xfrm>
            <a:off x="9541767" y="6795919"/>
            <a:ext cx="14712403" cy="5976369"/>
            <a:chOff x="0" y="0"/>
            <a:chExt cx="14712402" cy="5976367"/>
          </a:xfrm>
        </p:grpSpPr>
        <p:pic>
          <p:nvPicPr>
            <p:cNvPr id="791" name="Screen Shot 2020-03-14 at 7.43.30 PM.png" descr="Screen Shot 2020-03-14 at 7.43.30 PM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58522" y="3402397"/>
              <a:ext cx="3911601" cy="13716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92" name="Masked decoder self-attention on previously generated outputs"/>
            <p:cNvSpPr txBox="1"/>
            <p:nvPr/>
          </p:nvSpPr>
          <p:spPr>
            <a:xfrm>
              <a:off x="0" y="0"/>
              <a:ext cx="10578728" cy="24215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Masked decoder self-attention on previously generated outputs</a:t>
              </a:r>
            </a:p>
          </p:txBody>
        </p:sp>
        <p:pic>
          <p:nvPicPr>
            <p:cNvPr id="793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318" y="1917045"/>
              <a:ext cx="9812986" cy="32914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94" name="(figure credit: Jay Alammar…"/>
            <p:cNvSpPr txBox="1"/>
            <p:nvPr/>
          </p:nvSpPr>
          <p:spPr>
            <a:xfrm>
              <a:off x="8916808" y="5105427"/>
              <a:ext cx="5795595" cy="870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2400" i="1"/>
              </a:pPr>
              <a:r>
                <a:t>(figure credit: </a:t>
              </a:r>
              <a:r>
                <a:rPr u="sng">
                  <a:hlinkClick r:id="rId6"/>
                </a:rPr>
                <a:t>Jay Alammar</a:t>
              </a:r>
            </a:p>
            <a:p>
              <a:pPr>
                <a:defRPr sz="2400" i="1"/>
              </a:pPr>
              <a:r>
                <a:rPr u="sng">
                  <a:hlinkClick r:id="rId7"/>
                </a:rPr>
                <a:t>http://jalammar.github.io/illustrated-gpt2/</a:t>
              </a:r>
              <a:r>
                <a:t>)</a:t>
              </a:r>
            </a:p>
          </p:txBody>
        </p:sp>
      </p:grpSp>
      <p:sp>
        <p:nvSpPr>
          <p:cNvPr id="7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9" grpId="0" animBg="1" advAuto="0"/>
      <p:bldP spid="790" grpId="0" animBg="1" advAuto="0"/>
      <p:bldP spid="795" grpId="0" animBg="1" advAuto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ubword model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9400"/>
            </a:lvl1pPr>
          </a:lstStyle>
          <a:p>
            <a:r>
              <a:t>Subword modeling</a:t>
            </a:r>
          </a:p>
        </p:txBody>
      </p:sp>
      <p:sp>
        <p:nvSpPr>
          <p:cNvPr id="7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61</a:t>
            </a:fld>
            <a:endParaRPr/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2" name="Importance of subword model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t>Importance of subword modeling</a:t>
            </a:r>
          </a:p>
          <a:p>
            <a:r>
              <a:t>Methods for subword modeling</a:t>
            </a:r>
          </a:p>
          <a:p>
            <a:pPr lvl="1"/>
            <a:r>
              <a:t>Byte Pair Encoding</a:t>
            </a:r>
          </a:p>
          <a:p>
            <a:pPr lvl="1"/>
            <a:r>
              <a:t>Wordpiece / sentence piece</a:t>
            </a:r>
          </a:p>
          <a:p>
            <a:r>
              <a:t>Character-level to word-level</a:t>
            </a:r>
          </a:p>
          <a:p>
            <a:r>
              <a:t>Character-level embeddings</a:t>
            </a:r>
          </a:p>
          <a:p>
            <a:pPr lvl="1"/>
            <a:r>
              <a:t>FastText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ubword modeling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2084151"/>
          </a:xfrm>
          <a:prstGeom prst="rect">
            <a:avLst/>
          </a:prstGeom>
        </p:spPr>
        <p:txBody>
          <a:bodyPr/>
          <a:lstStyle/>
          <a:p>
            <a:r>
              <a:t>Subword modeling</a:t>
            </a:r>
          </a:p>
        </p:txBody>
      </p:sp>
      <p:sp>
        <p:nvSpPr>
          <p:cNvPr id="807" name="Why subword modeling?…"/>
          <p:cNvSpPr txBox="1">
            <a:spLocks noGrp="1"/>
          </p:cNvSpPr>
          <p:nvPr>
            <p:ph type="body" idx="1"/>
          </p:nvPr>
        </p:nvSpPr>
        <p:spPr>
          <a:xfrm>
            <a:off x="2796121" y="2898779"/>
            <a:ext cx="19500656" cy="9836018"/>
          </a:xfrm>
          <a:prstGeom prst="rect">
            <a:avLst/>
          </a:prstGeom>
        </p:spPr>
        <p:txBody>
          <a:bodyPr/>
          <a:lstStyle/>
          <a:p>
            <a:pPr marL="513397" indent="-513397" defTabSz="690086">
              <a:spcBef>
                <a:spcPts val="1800"/>
              </a:spcBef>
              <a:defRPr sz="3696"/>
            </a:pPr>
            <a:r>
              <a:t>Why subword modeling?</a:t>
            </a:r>
          </a:p>
          <a:p>
            <a:pPr marL="886777" lvl="1" indent="-513397" defTabSz="690086">
              <a:spcBef>
                <a:spcPts val="1800"/>
              </a:spcBef>
              <a:defRPr sz="3696"/>
            </a:pPr>
            <a:r>
              <a:t>Captures morphology</a:t>
            </a:r>
          </a:p>
          <a:p>
            <a:pPr marL="886777" lvl="1" indent="-513397" defTabSz="690086">
              <a:spcBef>
                <a:spcPts val="1800"/>
              </a:spcBef>
              <a:defRPr sz="3696"/>
            </a:pPr>
            <a:r>
              <a:t>Helps with OOV words</a:t>
            </a:r>
          </a:p>
          <a:p>
            <a:pPr marL="1260157" lvl="2" indent="-513397" defTabSz="690086">
              <a:spcBef>
                <a:spcPts val="1800"/>
              </a:spcBef>
              <a:defRPr sz="3696"/>
            </a:pPr>
            <a:r>
              <a:t>New words, spelling variants, misspellings, and noisy text</a:t>
            </a:r>
          </a:p>
          <a:p>
            <a:pPr marL="513397" indent="-513397" defTabSz="690086">
              <a:spcBef>
                <a:spcPts val="1800"/>
              </a:spcBef>
              <a:defRPr sz="3696"/>
            </a:pPr>
            <a:r>
              <a:t>Ways of incorporating subword modeling</a:t>
            </a:r>
          </a:p>
          <a:p>
            <a:pPr marL="886777" lvl="1" indent="-513397" defTabSz="690086">
              <a:spcBef>
                <a:spcPts val="1800"/>
              </a:spcBef>
              <a:defRPr sz="3696"/>
            </a:pPr>
            <a:r>
              <a:t>Use subwords (word-pieces) as tokens</a:t>
            </a:r>
          </a:p>
          <a:p>
            <a:pPr marL="886777" lvl="1" indent="-513397" defTabSz="690086">
              <a:spcBef>
                <a:spcPts val="1800"/>
              </a:spcBef>
              <a:defRPr sz="3696"/>
            </a:pPr>
            <a:r>
              <a:t>Hybrid architecture where part of the word embeddings come from subword modeling</a:t>
            </a:r>
          </a:p>
          <a:p>
            <a:pPr marL="513397" indent="-513397" defTabSz="690086">
              <a:spcBef>
                <a:spcPts val="1800"/>
              </a:spcBef>
              <a:defRPr sz="3696"/>
            </a:pPr>
            <a:r>
              <a:t>Used in most SOTA NLP methods</a:t>
            </a:r>
          </a:p>
          <a:p>
            <a:pPr marL="886777" lvl="1" indent="-513397" defTabSz="690086">
              <a:spcBef>
                <a:spcPts val="1800"/>
              </a:spcBef>
              <a:defRPr sz="3696"/>
            </a:pPr>
            <a:r>
              <a:t>Character CNNs in ELMo </a:t>
            </a:r>
          </a:p>
          <a:p>
            <a:pPr marL="886777" lvl="1" indent="-513397" defTabSz="690086">
              <a:spcBef>
                <a:spcPts val="1800"/>
              </a:spcBef>
              <a:defRPr sz="3696"/>
            </a:pPr>
            <a:r>
              <a:t>BPE (Byte Pair Encoding) in original Transformer paper</a:t>
            </a:r>
          </a:p>
          <a:p>
            <a:pPr marL="886777" lvl="1" indent="-513397" defTabSz="690086">
              <a:spcBef>
                <a:spcPts val="1800"/>
              </a:spcBef>
              <a:defRPr sz="3696"/>
            </a:pPr>
            <a:r>
              <a:t>Wordpiece / sentence piece (in BERT)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Linguistic Basi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Linguistic Basis</a:t>
            </a:r>
          </a:p>
        </p:txBody>
      </p:sp>
      <p:sp>
        <p:nvSpPr>
          <p:cNvPr id="812" name="Morphology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15609094" cy="2793157"/>
          </a:xfrm>
          <a:prstGeom prst="rect">
            <a:avLst/>
          </a:prstGeom>
        </p:spPr>
        <p:txBody>
          <a:bodyPr/>
          <a:lstStyle/>
          <a:p>
            <a:r>
              <a:t>Morphology</a:t>
            </a:r>
          </a:p>
        </p:txBody>
      </p:sp>
      <p:pic>
        <p:nvPicPr>
          <p:cNvPr id="81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184" y="6232094"/>
            <a:ext cx="16608487" cy="46292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Used in recent SOTA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Used in recent SOTA models</a:t>
            </a:r>
          </a:p>
        </p:txBody>
      </p:sp>
      <p:sp>
        <p:nvSpPr>
          <p:cNvPr id="816" name="Elm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Elmo</a:t>
            </a:r>
          </a:p>
          <a:p>
            <a:r>
              <a:t>BERT</a:t>
            </a:r>
          </a:p>
          <a:p>
            <a:r>
              <a:t>All modern LLMs</a:t>
            </a:r>
          </a:p>
        </p:txBody>
      </p:sp>
      <p:sp>
        <p:nvSpPr>
          <p:cNvPr id="817" name="Helps with OOV words…"/>
          <p:cNvSpPr txBox="1"/>
          <p:nvPr/>
        </p:nvSpPr>
        <p:spPr>
          <a:xfrm>
            <a:off x="15750491" y="5473585"/>
            <a:ext cx="6758776" cy="276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/>
            <a:r>
              <a:t>Helps with OOV words</a:t>
            </a:r>
          </a:p>
          <a:p>
            <a:pPr marL="611187" indent="-611187" algn="l">
              <a:buSzPct val="145000"/>
              <a:buChar char="-"/>
            </a:pPr>
            <a:r>
              <a:t>New words</a:t>
            </a:r>
          </a:p>
          <a:p>
            <a:pPr marL="611187" indent="-611187" algn="l">
              <a:buSzPct val="145000"/>
              <a:buChar char="-"/>
            </a:pPr>
            <a:r>
              <a:t>Spelling variants</a:t>
            </a:r>
          </a:p>
          <a:p>
            <a:pPr marL="611187" indent="-611187" algn="l">
              <a:buSzPct val="145000"/>
              <a:buChar char="-"/>
            </a:pPr>
            <a:r>
              <a:t>Misspellings / noisy text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NN over characters to build word representations"/>
          <p:cNvSpPr txBox="1">
            <a:spLocks noGrp="1"/>
          </p:cNvSpPr>
          <p:nvPr>
            <p:ph type="title"/>
          </p:nvPr>
        </p:nvSpPr>
        <p:spPr>
          <a:xfrm>
            <a:off x="2852990" y="217690"/>
            <a:ext cx="19806603" cy="2076717"/>
          </a:xfrm>
          <a:prstGeom prst="rect">
            <a:avLst/>
          </a:prstGeom>
        </p:spPr>
        <p:txBody>
          <a:bodyPr/>
          <a:lstStyle/>
          <a:p>
            <a:r>
              <a:t>NN over characters to build word representations</a:t>
            </a:r>
          </a:p>
        </p:txBody>
      </p:sp>
      <p:sp>
        <p:nvSpPr>
          <p:cNvPr id="820" name="Convolution over characters to generate word embeddings"/>
          <p:cNvSpPr txBox="1">
            <a:spLocks noGrp="1"/>
          </p:cNvSpPr>
          <p:nvPr>
            <p:ph type="body" sz="quarter" idx="1"/>
          </p:nvPr>
        </p:nvSpPr>
        <p:spPr>
          <a:xfrm>
            <a:off x="1044706" y="1794492"/>
            <a:ext cx="9247647" cy="2874393"/>
          </a:xfrm>
          <a:prstGeom prst="rect">
            <a:avLst/>
          </a:prstGeom>
        </p:spPr>
        <p:txBody>
          <a:bodyPr/>
          <a:lstStyle/>
          <a:p>
            <a:r>
              <a:t>Convolution over characters to generate word embeddings</a:t>
            </a:r>
          </a:p>
        </p:txBody>
      </p:sp>
      <p:pic>
        <p:nvPicPr>
          <p:cNvPr id="8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194" y="4167889"/>
            <a:ext cx="6738671" cy="8221179"/>
          </a:xfrm>
          <a:prstGeom prst="rect">
            <a:avLst/>
          </a:prstGeom>
          <a:ln w="12700">
            <a:miter lim="400000"/>
          </a:ln>
        </p:spPr>
      </p:pic>
      <p:sp>
        <p:nvSpPr>
          <p:cNvPr id="822" name="Learning Character-level Representations for Part-of-Speech Tagging (Dos Santos and Zadrozny 2014)"/>
          <p:cNvSpPr txBox="1"/>
          <p:nvPr/>
        </p:nvSpPr>
        <p:spPr>
          <a:xfrm>
            <a:off x="1618160" y="12334461"/>
            <a:ext cx="8937719" cy="1043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Learning Character-level Representations for Part-of-Speech Tagging (Dos Santos and Zadrozny 2014)</a:t>
            </a:r>
          </a:p>
        </p:txBody>
      </p:sp>
      <p:sp>
        <p:nvSpPr>
          <p:cNvPr id="823" name="Same objective as word2vec but with characters…"/>
          <p:cNvSpPr txBox="1"/>
          <p:nvPr/>
        </p:nvSpPr>
        <p:spPr>
          <a:xfrm>
            <a:off x="12990362" y="2608093"/>
            <a:ext cx="10901629" cy="16083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611187" indent="-611187" algn="l">
              <a:lnSpc>
                <a:spcPct val="120000"/>
              </a:lnSpc>
              <a:spcBef>
                <a:spcPts val="4200"/>
              </a:spcBef>
              <a:buSzPct val="145000"/>
              <a:buChar char="•"/>
              <a:defRPr sz="3600"/>
            </a:pPr>
            <a:r>
              <a:t>Same objective as word2vec but with characters</a:t>
            </a:r>
          </a:p>
          <a:p>
            <a:pPr marL="611187" indent="-611187" algn="l">
              <a:lnSpc>
                <a:spcPct val="120000"/>
              </a:lnSpc>
              <a:spcBef>
                <a:spcPts val="2200"/>
              </a:spcBef>
              <a:buSzPct val="145000"/>
              <a:buChar char="•"/>
              <a:defRPr sz="3600"/>
            </a:pPr>
            <a:r>
              <a:t>Bi-directional LSTM to compute embedding</a:t>
            </a:r>
          </a:p>
        </p:txBody>
      </p:sp>
      <p:pic>
        <p:nvPicPr>
          <p:cNvPr id="82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058" y="4530113"/>
            <a:ext cx="8402658" cy="8328518"/>
          </a:xfrm>
          <a:prstGeom prst="rect">
            <a:avLst/>
          </a:prstGeom>
          <a:ln w="12700">
            <a:miter lim="400000"/>
          </a:ln>
        </p:spPr>
      </p:pic>
      <p:sp>
        <p:nvSpPr>
          <p:cNvPr id="825" name="Char2vec: A joint model for word embedding and word morphology (Cao and Rei, 2016)"/>
          <p:cNvSpPr txBox="1"/>
          <p:nvPr/>
        </p:nvSpPr>
        <p:spPr>
          <a:xfrm>
            <a:off x="14046023" y="12111267"/>
            <a:ext cx="8790308" cy="1043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457200">
              <a:defRPr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Char2vec: A joint model for word embedding and word morphology (Cao and Rei, 2016)</a:t>
            </a:r>
          </a:p>
        </p:txBody>
      </p:sp>
      <p:sp>
        <p:nvSpPr>
          <p:cNvPr id="826" name="Fixed window of word embeddings used for PoS tagging"/>
          <p:cNvSpPr txBox="1"/>
          <p:nvPr/>
        </p:nvSpPr>
        <p:spPr>
          <a:xfrm>
            <a:off x="9018660" y="6204072"/>
            <a:ext cx="4811423" cy="3435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4200"/>
              </a:spcBef>
              <a:defRPr sz="3600"/>
            </a:lvl1pPr>
          </a:lstStyle>
          <a:p>
            <a:r>
              <a:t>Fixed window of word embeddings used for PoS tagging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Ways to incorporate sub-wor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Ways to incorporate sub-words</a:t>
            </a:r>
          </a:p>
        </p:txBody>
      </p:sp>
      <p:sp>
        <p:nvSpPr>
          <p:cNvPr id="829" name="Same architecture as for word-level model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Same architecture as for word-level models:</a:t>
            </a:r>
          </a:p>
          <a:p>
            <a:pPr lvl="1"/>
            <a:r>
              <a:t>Use smaller units (‘’word pieces’’)</a:t>
            </a:r>
          </a:p>
          <a:p>
            <a:r>
              <a:t>Hybrid architecture</a:t>
            </a:r>
          </a:p>
          <a:p>
            <a:pPr lvl="1"/>
            <a:r>
              <a:t>Character into words</a:t>
            </a:r>
          </a:p>
          <a:p>
            <a:pPr lvl="1"/>
            <a:r>
              <a:t>Main architecture still work with words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Originally a compression algorithm…"/>
          <p:cNvSpPr txBox="1">
            <a:spLocks noGrp="1"/>
          </p:cNvSpPr>
          <p:nvPr>
            <p:ph type="body" idx="1"/>
          </p:nvPr>
        </p:nvSpPr>
        <p:spPr>
          <a:xfrm>
            <a:off x="4387453" y="2886056"/>
            <a:ext cx="16394819" cy="9703359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200"/>
              </a:spcBef>
            </a:pPr>
            <a:r>
              <a:t>Originally a compression algorithm</a:t>
            </a:r>
          </a:p>
          <a:p>
            <a:pPr lvl="1">
              <a:spcBef>
                <a:spcPts val="2200"/>
              </a:spcBef>
            </a:pPr>
            <a:r>
              <a:t>Bottom up clustering</a:t>
            </a:r>
          </a:p>
          <a:p>
            <a:pPr lvl="1">
              <a:spcBef>
                <a:spcPts val="2200"/>
              </a:spcBef>
            </a:pPr>
            <a:r>
              <a:t>Most frequent byte pair -&gt;  a new byte</a:t>
            </a:r>
          </a:p>
          <a:p>
            <a:pPr lvl="1">
              <a:spcBef>
                <a:spcPts val="2200"/>
              </a:spcBef>
            </a:pPr>
            <a:r>
              <a:t>For words, replace bytes with character ngrams</a:t>
            </a:r>
          </a:p>
          <a:p>
            <a:pPr>
              <a:spcBef>
                <a:spcPts val="2200"/>
              </a:spcBef>
            </a:pPr>
            <a:r>
              <a:t>Automatically build vocabulary</a:t>
            </a:r>
          </a:p>
          <a:p>
            <a:pPr lvl="1">
              <a:spcBef>
                <a:spcPts val="2200"/>
              </a:spcBef>
            </a:pPr>
            <a:r>
              <a:t>Vocabulary is pieces of words (or character ngrams)</a:t>
            </a:r>
          </a:p>
          <a:p>
            <a:pPr lvl="1">
              <a:spcBef>
                <a:spcPts val="2200"/>
              </a:spcBef>
            </a:pPr>
            <a:r>
              <a:t>Deterministic algorithm that finds the common longest pieces of words to use in vocabulary</a:t>
            </a:r>
          </a:p>
        </p:txBody>
      </p:sp>
      <p:sp>
        <p:nvSpPr>
          <p:cNvPr id="832" name="Byte Pair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Byte Pair Encoding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A word (character ngram) segmentation algorithm…"/>
          <p:cNvSpPr txBox="1">
            <a:spLocks noGrp="1"/>
          </p:cNvSpPr>
          <p:nvPr>
            <p:ph type="body" sz="quarter" idx="1"/>
          </p:nvPr>
        </p:nvSpPr>
        <p:spPr>
          <a:xfrm>
            <a:off x="6785355" y="3643312"/>
            <a:ext cx="15609095" cy="419417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05075" indent="-605075" defTabSz="813315">
              <a:spcBef>
                <a:spcPts val="4100"/>
              </a:spcBef>
              <a:defRPr sz="4356"/>
            </a:pPr>
            <a:r>
              <a:t>A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word (character ngram) segmentation</a:t>
            </a:r>
            <a:r>
              <a:t> algorithm</a:t>
            </a:r>
          </a:p>
          <a:p>
            <a:pPr marL="1045130" lvl="1" indent="-605075" defTabSz="813315">
              <a:spcBef>
                <a:spcPts val="4100"/>
              </a:spcBef>
              <a:defRPr sz="4356"/>
            </a:pPr>
            <a:r>
              <a:t>Start with a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vocabulary</a:t>
            </a:r>
            <a:r>
              <a:t> of characters</a:t>
            </a:r>
          </a:p>
          <a:p>
            <a:pPr marL="1045130" lvl="1" indent="-605075" defTabSz="813315">
              <a:spcBef>
                <a:spcPts val="4100"/>
              </a:spcBef>
              <a:defRPr sz="4356"/>
            </a:pPr>
            <a:r>
              <a:t>Take most frequent </a:t>
            </a:r>
            <a:r>
              <a:rPr>
                <a:solidFill>
                  <a:srgbClr val="9919E4"/>
                </a:solidFill>
              </a:rPr>
              <a:t>ngram pair</a:t>
            </a:r>
            <a:r>
              <a:t> -&gt; add the new </a:t>
            </a:r>
            <a:r>
              <a:rPr>
                <a:solidFill>
                  <a:srgbClr val="9919E4"/>
                </a:solidFill>
              </a:rPr>
              <a:t>ngram</a:t>
            </a:r>
            <a:r>
              <a:t> the to vocabulary</a:t>
            </a:r>
          </a:p>
        </p:txBody>
      </p:sp>
      <p:grpSp>
        <p:nvGrpSpPr>
          <p:cNvPr id="841" name="Group"/>
          <p:cNvGrpSpPr/>
          <p:nvPr/>
        </p:nvGrpSpPr>
        <p:grpSpPr>
          <a:xfrm>
            <a:off x="7904931" y="8637915"/>
            <a:ext cx="4027022" cy="3912180"/>
            <a:chOff x="0" y="0"/>
            <a:chExt cx="4027021" cy="3912178"/>
          </a:xfrm>
        </p:grpSpPr>
        <p:grpSp>
          <p:nvGrpSpPr>
            <p:cNvPr id="839" name="Group"/>
            <p:cNvGrpSpPr/>
            <p:nvPr/>
          </p:nvGrpSpPr>
          <p:grpSpPr>
            <a:xfrm>
              <a:off x="0" y="781681"/>
              <a:ext cx="4027022" cy="3130498"/>
              <a:chOff x="0" y="0"/>
              <a:chExt cx="4027021" cy="3130497"/>
            </a:xfrm>
          </p:grpSpPr>
          <p:sp>
            <p:nvSpPr>
              <p:cNvPr id="837" name="Rounded Rectangle"/>
              <p:cNvSpPr/>
              <p:nvPr/>
            </p:nvSpPr>
            <p:spPr>
              <a:xfrm>
                <a:off x="0" y="0"/>
                <a:ext cx="4027022" cy="3130498"/>
              </a:xfrm>
              <a:prstGeom prst="roundRect">
                <a:avLst>
                  <a:gd name="adj" fmla="val 6085"/>
                </a:avLst>
              </a:prstGeom>
              <a:solidFill>
                <a:srgbClr val="E9D6F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38" name="5    l o w…"/>
              <p:cNvSpPr/>
              <p:nvPr/>
            </p:nvSpPr>
            <p:spPr>
              <a:xfrm>
                <a:off x="159592" y="157205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71437" tIns="71437" rIns="71437" bIns="71437" numCol="1" anchor="ctr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t>5    l o w</a:t>
                </a:r>
              </a:p>
              <a:p>
                <a:pPr algn="l">
                  <a:lnSpc>
                    <a:spcPct val="110000"/>
                  </a:lnSpc>
                </a:pPr>
                <a:r>
                  <a:t>2    l o w e r</a:t>
                </a:r>
              </a:p>
              <a:p>
                <a:pPr algn="l">
                  <a:lnSpc>
                    <a:spcPct val="110000"/>
                  </a:lnSpc>
                </a:pPr>
                <a:r>
                  <a:t>6    n e w e s t</a:t>
                </a:r>
              </a:p>
              <a:p>
                <a:pPr algn="l">
                  <a:lnSpc>
                    <a:spcPct val="110000"/>
                  </a:lnSpc>
                </a:pPr>
                <a:r>
                  <a:t>3    w i d e s t</a:t>
                </a:r>
              </a:p>
            </p:txBody>
          </p:sp>
        </p:grpSp>
        <p:sp>
          <p:nvSpPr>
            <p:cNvPr id="840" name="Dictionary"/>
            <p:cNvSpPr txBox="1"/>
            <p:nvPr/>
          </p:nvSpPr>
          <p:spPr>
            <a:xfrm>
              <a:off x="500472" y="-1"/>
              <a:ext cx="2649501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/>
              </a:lvl1pPr>
            </a:lstStyle>
            <a:p>
              <a:r>
                <a:t>Dictionary</a:t>
              </a:r>
            </a:p>
          </p:txBody>
        </p:sp>
      </p:grpSp>
      <p:grpSp>
        <p:nvGrpSpPr>
          <p:cNvPr id="846" name="Group"/>
          <p:cNvGrpSpPr/>
          <p:nvPr/>
        </p:nvGrpSpPr>
        <p:grpSpPr>
          <a:xfrm>
            <a:off x="14530398" y="8637915"/>
            <a:ext cx="6719291" cy="2205312"/>
            <a:chOff x="0" y="0"/>
            <a:chExt cx="6719290" cy="2205311"/>
          </a:xfrm>
        </p:grpSpPr>
        <p:grpSp>
          <p:nvGrpSpPr>
            <p:cNvPr id="844" name="Group"/>
            <p:cNvGrpSpPr/>
            <p:nvPr/>
          </p:nvGrpSpPr>
          <p:grpSpPr>
            <a:xfrm>
              <a:off x="0" y="935311"/>
              <a:ext cx="6719291" cy="1270001"/>
              <a:chOff x="0" y="0"/>
              <a:chExt cx="6719290" cy="1270000"/>
            </a:xfrm>
          </p:grpSpPr>
          <p:sp>
            <p:nvSpPr>
              <p:cNvPr id="842" name="Rounded Rectangle"/>
              <p:cNvSpPr/>
              <p:nvPr/>
            </p:nvSpPr>
            <p:spPr>
              <a:xfrm>
                <a:off x="0" y="0"/>
                <a:ext cx="6719291" cy="1270000"/>
              </a:xfrm>
              <a:prstGeom prst="roundRect">
                <a:avLst>
                  <a:gd name="adj" fmla="val 15000"/>
                </a:avLst>
              </a:prstGeom>
              <a:solidFill>
                <a:srgbClr val="CCE8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43" name="l, o, w, e, r, n, w, s, t, i, d"/>
              <p:cNvSpPr txBox="1"/>
              <p:nvPr/>
            </p:nvSpPr>
            <p:spPr>
              <a:xfrm>
                <a:off x="285013" y="241185"/>
                <a:ext cx="6149265" cy="78763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71437" tIns="71437" rIns="71437" bIns="71437" numCol="1" anchor="ctr">
                <a:spAutoFit/>
              </a:bodyPr>
              <a:lstStyle/>
              <a:p>
                <a:r>
                  <a:t>l, o, w, e, r, n, w, s, t, i, d</a:t>
                </a:r>
              </a:p>
            </p:txBody>
          </p:sp>
        </p:grpSp>
        <p:sp>
          <p:nvSpPr>
            <p:cNvPr id="845" name="Vocabulary"/>
            <p:cNvSpPr txBox="1"/>
            <p:nvPr/>
          </p:nvSpPr>
          <p:spPr>
            <a:xfrm>
              <a:off x="213163" y="-1"/>
              <a:ext cx="2888108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/>
              </a:lvl1pPr>
            </a:lstStyle>
            <a:p>
              <a:r>
                <a:t>Vocabulary</a:t>
              </a:r>
            </a:p>
          </p:txBody>
        </p:sp>
      </p:grpSp>
      <p:sp>
        <p:nvSpPr>
          <p:cNvPr id="847" name="Start with all characters in vocabulary"/>
          <p:cNvSpPr txBox="1"/>
          <p:nvPr/>
        </p:nvSpPr>
        <p:spPr>
          <a:xfrm>
            <a:off x="13129792" y="11643654"/>
            <a:ext cx="9520505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Start with all characters in vocabulary</a:t>
            </a:r>
          </a:p>
        </p:txBody>
      </p:sp>
      <p:graphicFrame>
        <p:nvGraphicFramePr>
          <p:cNvPr id="848" name="Table 1"/>
          <p:cNvGraphicFramePr/>
          <p:nvPr/>
        </p:nvGraphicFramePr>
        <p:xfrm>
          <a:off x="985679" y="3131760"/>
          <a:ext cx="5269599" cy="949007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937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 b="1">
                          <a:sym typeface="Helvetica Neue"/>
                        </a:rPr>
                        <a:t>count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 b="1">
                          <a:sym typeface="Helvetica Neue"/>
                        </a:rPr>
                        <a:t>bigram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5 + 2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l o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5 + 2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o w 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2 + 6 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r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n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w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 + 3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s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 + 3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s t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i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i d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d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49" name="Rectangle"/>
          <p:cNvSpPr/>
          <p:nvPr/>
        </p:nvSpPr>
        <p:spPr>
          <a:xfrm>
            <a:off x="364028" y="8652874"/>
            <a:ext cx="5269599" cy="787629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50" name="Byte Pair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Byte Pair Encoding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8" grpId="0" animBg="1" advAuto="0"/>
      <p:bldP spid="849" grpId="0" animBg="1" advAuto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Byte Pair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Byte Pair Encoding</a:t>
            </a:r>
          </a:p>
        </p:txBody>
      </p:sp>
      <p:grpSp>
        <p:nvGrpSpPr>
          <p:cNvPr id="857" name="Group"/>
          <p:cNvGrpSpPr/>
          <p:nvPr/>
        </p:nvGrpSpPr>
        <p:grpSpPr>
          <a:xfrm>
            <a:off x="7904931" y="8637915"/>
            <a:ext cx="4027022" cy="3912180"/>
            <a:chOff x="0" y="0"/>
            <a:chExt cx="4027021" cy="3912178"/>
          </a:xfrm>
        </p:grpSpPr>
        <p:grpSp>
          <p:nvGrpSpPr>
            <p:cNvPr id="855" name="Group"/>
            <p:cNvGrpSpPr/>
            <p:nvPr/>
          </p:nvGrpSpPr>
          <p:grpSpPr>
            <a:xfrm>
              <a:off x="0" y="781681"/>
              <a:ext cx="4027022" cy="3130498"/>
              <a:chOff x="0" y="0"/>
              <a:chExt cx="4027021" cy="3130497"/>
            </a:xfrm>
          </p:grpSpPr>
          <p:sp>
            <p:nvSpPr>
              <p:cNvPr id="853" name="Rounded Rectangle"/>
              <p:cNvSpPr/>
              <p:nvPr/>
            </p:nvSpPr>
            <p:spPr>
              <a:xfrm>
                <a:off x="0" y="0"/>
                <a:ext cx="4027022" cy="3130498"/>
              </a:xfrm>
              <a:prstGeom prst="roundRect">
                <a:avLst>
                  <a:gd name="adj" fmla="val 6085"/>
                </a:avLst>
              </a:prstGeom>
              <a:solidFill>
                <a:srgbClr val="E9D6F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54" name="5    l o w…"/>
              <p:cNvSpPr/>
              <p:nvPr/>
            </p:nvSpPr>
            <p:spPr>
              <a:xfrm>
                <a:off x="159592" y="157205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71437" tIns="71437" rIns="71437" bIns="71437" numCol="1" anchor="ctr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t>5    l o w</a:t>
                </a:r>
              </a:p>
              <a:p>
                <a:pPr algn="l">
                  <a:lnSpc>
                    <a:spcPct val="110000"/>
                  </a:lnSpc>
                </a:pPr>
                <a:r>
                  <a:t>2    l o w e r</a:t>
                </a:r>
              </a:p>
              <a:p>
                <a:pPr algn="l">
                  <a:lnSpc>
                    <a:spcPct val="110000"/>
                  </a:lnSpc>
                </a:pPr>
                <a:r>
                  <a:t>6    n e w </a:t>
                </a:r>
                <a:r>
                  <a:rPr b="1"/>
                  <a:t>es</a:t>
                </a:r>
                <a:r>
                  <a:t> t</a:t>
                </a:r>
              </a:p>
              <a:p>
                <a:pPr algn="l">
                  <a:lnSpc>
                    <a:spcPct val="110000"/>
                  </a:lnSpc>
                </a:pPr>
                <a:r>
                  <a:t>3    w i d </a:t>
                </a:r>
                <a:r>
                  <a:rPr b="1"/>
                  <a:t>es</a:t>
                </a:r>
                <a:r>
                  <a:t> t</a:t>
                </a:r>
              </a:p>
            </p:txBody>
          </p:sp>
        </p:grpSp>
        <p:sp>
          <p:nvSpPr>
            <p:cNvPr id="856" name="Dictionary"/>
            <p:cNvSpPr txBox="1"/>
            <p:nvPr/>
          </p:nvSpPr>
          <p:spPr>
            <a:xfrm>
              <a:off x="500472" y="-1"/>
              <a:ext cx="2649501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/>
              </a:lvl1pPr>
            </a:lstStyle>
            <a:p>
              <a:r>
                <a:t>Dictionary</a:t>
              </a:r>
            </a:p>
          </p:txBody>
        </p:sp>
      </p:grpSp>
      <p:grpSp>
        <p:nvGrpSpPr>
          <p:cNvPr id="862" name="Group"/>
          <p:cNvGrpSpPr/>
          <p:nvPr/>
        </p:nvGrpSpPr>
        <p:grpSpPr>
          <a:xfrm>
            <a:off x="13818491" y="8637915"/>
            <a:ext cx="7611945" cy="2252947"/>
            <a:chOff x="-711906" y="0"/>
            <a:chExt cx="7611943" cy="2252945"/>
          </a:xfrm>
        </p:grpSpPr>
        <p:grpSp>
          <p:nvGrpSpPr>
            <p:cNvPr id="860" name="Group"/>
            <p:cNvGrpSpPr/>
            <p:nvPr/>
          </p:nvGrpSpPr>
          <p:grpSpPr>
            <a:xfrm>
              <a:off x="-711907" y="887677"/>
              <a:ext cx="7611945" cy="1365269"/>
              <a:chOff x="-194304" y="0"/>
              <a:chExt cx="7611943" cy="1365268"/>
            </a:xfrm>
          </p:grpSpPr>
          <p:sp>
            <p:nvSpPr>
              <p:cNvPr id="858" name="Rounded Rectangle"/>
              <p:cNvSpPr/>
              <p:nvPr/>
            </p:nvSpPr>
            <p:spPr>
              <a:xfrm>
                <a:off x="0" y="0"/>
                <a:ext cx="7223335" cy="1365269"/>
              </a:xfrm>
              <a:prstGeom prst="roundRect">
                <a:avLst>
                  <a:gd name="adj" fmla="val 15000"/>
                </a:avLst>
              </a:prstGeom>
              <a:solidFill>
                <a:srgbClr val="CCE8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59" name="l, o, w, e, r, n, w, s, t, i, d, es"/>
              <p:cNvSpPr txBox="1"/>
              <p:nvPr/>
            </p:nvSpPr>
            <p:spPr>
              <a:xfrm>
                <a:off x="-194305" y="245927"/>
                <a:ext cx="7611945" cy="87341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r>
                  <a:t>l, o, w, e, r, n, w, s, t, i, d, </a:t>
                </a:r>
                <a:r>
                  <a:rPr b="1"/>
                  <a:t>es</a:t>
                </a:r>
              </a:p>
            </p:txBody>
          </p:sp>
        </p:grpSp>
        <p:sp>
          <p:nvSpPr>
            <p:cNvPr id="861" name="Vocabulary"/>
            <p:cNvSpPr txBox="1"/>
            <p:nvPr/>
          </p:nvSpPr>
          <p:spPr>
            <a:xfrm>
              <a:off x="213163" y="-1"/>
              <a:ext cx="2888108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/>
              </a:lvl1pPr>
            </a:lstStyle>
            <a:p>
              <a:r>
                <a:t>Vocabulary</a:t>
              </a:r>
            </a:p>
          </p:txBody>
        </p:sp>
      </p:grpSp>
      <p:sp>
        <p:nvSpPr>
          <p:cNvPr id="863" name="Add a pair (e,s) with frequency 9"/>
          <p:cNvSpPr txBox="1"/>
          <p:nvPr/>
        </p:nvSpPr>
        <p:spPr>
          <a:xfrm>
            <a:off x="13750060" y="11631235"/>
            <a:ext cx="8279969" cy="812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Add a pair </a:t>
            </a:r>
            <a:r>
              <a:rPr b="1"/>
              <a:t>(e,s)</a:t>
            </a:r>
            <a:r>
              <a:t> with frequency 9</a:t>
            </a:r>
          </a:p>
        </p:txBody>
      </p:sp>
      <p:graphicFrame>
        <p:nvGraphicFramePr>
          <p:cNvPr id="864" name="Table 1"/>
          <p:cNvGraphicFramePr/>
          <p:nvPr/>
        </p:nvGraphicFramePr>
        <p:xfrm>
          <a:off x="985679" y="3131760"/>
          <a:ext cx="5269599" cy="949007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937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 b="1">
                          <a:sym typeface="Helvetica Neue"/>
                        </a:rPr>
                        <a:t>count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 b="1">
                          <a:sym typeface="Helvetica Neue"/>
                        </a:rPr>
                        <a:t>bigram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5 + 2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l o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5 + 2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o w 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r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n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w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es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 + 3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es t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i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i d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9083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d es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65" name="Rectangle"/>
          <p:cNvSpPr/>
          <p:nvPr/>
        </p:nvSpPr>
        <p:spPr>
          <a:xfrm>
            <a:off x="395556" y="9421373"/>
            <a:ext cx="5269599" cy="787630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66" name="A word (character ngram) segmentation algorithm…"/>
          <p:cNvSpPr txBox="1">
            <a:spLocks noGrp="1"/>
          </p:cNvSpPr>
          <p:nvPr>
            <p:ph type="body" sz="quarter" idx="1"/>
          </p:nvPr>
        </p:nvSpPr>
        <p:spPr>
          <a:xfrm>
            <a:off x="6785355" y="3643312"/>
            <a:ext cx="15609095" cy="419417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05075" indent="-605075" defTabSz="813315">
              <a:spcBef>
                <a:spcPts val="4100"/>
              </a:spcBef>
              <a:defRPr sz="4356"/>
            </a:pPr>
            <a:r>
              <a:t>A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word (character ngram) segmentation</a:t>
            </a:r>
            <a:r>
              <a:t> algorithm</a:t>
            </a:r>
          </a:p>
          <a:p>
            <a:pPr marL="1045130" lvl="1" indent="-605075" defTabSz="813315">
              <a:spcBef>
                <a:spcPts val="4100"/>
              </a:spcBef>
              <a:defRPr sz="4356"/>
            </a:pPr>
            <a:r>
              <a:t>Start with a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vocabulary</a:t>
            </a:r>
            <a:r>
              <a:t> of characters</a:t>
            </a:r>
          </a:p>
          <a:p>
            <a:pPr marL="1045130" lvl="1" indent="-605075" defTabSz="813315">
              <a:spcBef>
                <a:spcPts val="4100"/>
              </a:spcBef>
              <a:defRPr sz="4356"/>
            </a:pPr>
            <a:r>
              <a:t>Take most frequent </a:t>
            </a:r>
            <a:r>
              <a:rPr>
                <a:solidFill>
                  <a:srgbClr val="9919E4"/>
                </a:solidFill>
              </a:rPr>
              <a:t>ngram pair</a:t>
            </a:r>
            <a:r>
              <a:t> -&gt; add the new </a:t>
            </a:r>
            <a:r>
              <a:rPr>
                <a:solidFill>
                  <a:srgbClr val="9919E4"/>
                </a:solidFill>
              </a:rPr>
              <a:t>ngram</a:t>
            </a:r>
            <a:r>
              <a:t> the to vocabulary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" grpId="0" animBg="1" advAuto="0"/>
      <p:bldP spid="865" grpId="0" animBg="1" advAuto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Byte Pair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Byte Pair Encoding</a:t>
            </a:r>
          </a:p>
        </p:txBody>
      </p:sp>
      <p:grpSp>
        <p:nvGrpSpPr>
          <p:cNvPr id="873" name="Group"/>
          <p:cNvGrpSpPr/>
          <p:nvPr/>
        </p:nvGrpSpPr>
        <p:grpSpPr>
          <a:xfrm>
            <a:off x="7904931" y="8637915"/>
            <a:ext cx="4027022" cy="3912180"/>
            <a:chOff x="0" y="0"/>
            <a:chExt cx="4027021" cy="3912178"/>
          </a:xfrm>
        </p:grpSpPr>
        <p:grpSp>
          <p:nvGrpSpPr>
            <p:cNvPr id="871" name="Group"/>
            <p:cNvGrpSpPr/>
            <p:nvPr/>
          </p:nvGrpSpPr>
          <p:grpSpPr>
            <a:xfrm>
              <a:off x="0" y="781681"/>
              <a:ext cx="4027022" cy="3130498"/>
              <a:chOff x="0" y="0"/>
              <a:chExt cx="4027021" cy="3130497"/>
            </a:xfrm>
          </p:grpSpPr>
          <p:sp>
            <p:nvSpPr>
              <p:cNvPr id="869" name="Rounded Rectangle"/>
              <p:cNvSpPr/>
              <p:nvPr/>
            </p:nvSpPr>
            <p:spPr>
              <a:xfrm>
                <a:off x="0" y="0"/>
                <a:ext cx="4027022" cy="3130498"/>
              </a:xfrm>
              <a:prstGeom prst="roundRect">
                <a:avLst>
                  <a:gd name="adj" fmla="val 6085"/>
                </a:avLst>
              </a:prstGeom>
              <a:solidFill>
                <a:srgbClr val="E9D6F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70" name="5    l o w…"/>
              <p:cNvSpPr/>
              <p:nvPr/>
            </p:nvSpPr>
            <p:spPr>
              <a:xfrm>
                <a:off x="159592" y="157205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71437" tIns="71437" rIns="71437" bIns="71437" numCol="1" anchor="ctr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t>5    l o w</a:t>
                </a:r>
              </a:p>
              <a:p>
                <a:pPr algn="l">
                  <a:lnSpc>
                    <a:spcPct val="110000"/>
                  </a:lnSpc>
                </a:pPr>
                <a:r>
                  <a:t>2    l o w e r</a:t>
                </a:r>
              </a:p>
              <a:p>
                <a:pPr algn="l">
                  <a:lnSpc>
                    <a:spcPct val="110000"/>
                  </a:lnSpc>
                </a:pPr>
                <a:r>
                  <a:t>6    n e w </a:t>
                </a:r>
                <a:r>
                  <a:rPr b="1"/>
                  <a:t>est</a:t>
                </a:r>
              </a:p>
              <a:p>
                <a:pPr algn="l">
                  <a:lnSpc>
                    <a:spcPct val="110000"/>
                  </a:lnSpc>
                </a:pPr>
                <a:r>
                  <a:t>3    w i d </a:t>
                </a:r>
                <a:r>
                  <a:rPr b="1"/>
                  <a:t>est</a:t>
                </a:r>
              </a:p>
            </p:txBody>
          </p:sp>
        </p:grpSp>
        <p:sp>
          <p:nvSpPr>
            <p:cNvPr id="872" name="Dictionary"/>
            <p:cNvSpPr txBox="1"/>
            <p:nvPr/>
          </p:nvSpPr>
          <p:spPr>
            <a:xfrm>
              <a:off x="500472" y="-1"/>
              <a:ext cx="2649501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/>
              </a:lvl1pPr>
            </a:lstStyle>
            <a:p>
              <a:r>
                <a:t>Dictionary</a:t>
              </a:r>
            </a:p>
          </p:txBody>
        </p:sp>
      </p:grpSp>
      <p:grpSp>
        <p:nvGrpSpPr>
          <p:cNvPr id="878" name="Group"/>
          <p:cNvGrpSpPr/>
          <p:nvPr/>
        </p:nvGrpSpPr>
        <p:grpSpPr>
          <a:xfrm>
            <a:off x="13882435" y="8637915"/>
            <a:ext cx="8719226" cy="2252947"/>
            <a:chOff x="-647962" y="0"/>
            <a:chExt cx="8719225" cy="2252945"/>
          </a:xfrm>
        </p:grpSpPr>
        <p:grpSp>
          <p:nvGrpSpPr>
            <p:cNvPr id="876" name="Group"/>
            <p:cNvGrpSpPr/>
            <p:nvPr/>
          </p:nvGrpSpPr>
          <p:grpSpPr>
            <a:xfrm>
              <a:off x="-647963" y="887677"/>
              <a:ext cx="8719226" cy="1365269"/>
              <a:chOff x="-130360" y="0"/>
              <a:chExt cx="8719225" cy="1365268"/>
            </a:xfrm>
          </p:grpSpPr>
          <p:sp>
            <p:nvSpPr>
              <p:cNvPr id="874" name="Rounded Rectangle"/>
              <p:cNvSpPr/>
              <p:nvPr/>
            </p:nvSpPr>
            <p:spPr>
              <a:xfrm>
                <a:off x="0" y="0"/>
                <a:ext cx="8486730" cy="1365269"/>
              </a:xfrm>
              <a:prstGeom prst="roundRect">
                <a:avLst>
                  <a:gd name="adj" fmla="val 15000"/>
                </a:avLst>
              </a:prstGeom>
              <a:solidFill>
                <a:srgbClr val="CCE8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75" name="l, o, w, e, r, n, w, s, t, i, d, es, est"/>
              <p:cNvSpPr txBox="1"/>
              <p:nvPr/>
            </p:nvSpPr>
            <p:spPr>
              <a:xfrm>
                <a:off x="-130361" y="245927"/>
                <a:ext cx="8719226" cy="87341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r>
                  <a:t>l, o, w, e, r, n, w, s, t, i, d, es,</a:t>
                </a:r>
                <a:r>
                  <a:rPr b="1"/>
                  <a:t> est</a:t>
                </a:r>
              </a:p>
            </p:txBody>
          </p:sp>
        </p:grpSp>
        <p:sp>
          <p:nvSpPr>
            <p:cNvPr id="877" name="Vocabulary"/>
            <p:cNvSpPr txBox="1"/>
            <p:nvPr/>
          </p:nvSpPr>
          <p:spPr>
            <a:xfrm>
              <a:off x="213163" y="-1"/>
              <a:ext cx="2888108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/>
              </a:lvl1pPr>
            </a:lstStyle>
            <a:p>
              <a:r>
                <a:t>Vocabulary</a:t>
              </a:r>
            </a:p>
          </p:txBody>
        </p:sp>
      </p:grpSp>
      <p:sp>
        <p:nvSpPr>
          <p:cNvPr id="879" name="Add a pair (es,t) with frequency 9"/>
          <p:cNvSpPr txBox="1"/>
          <p:nvPr/>
        </p:nvSpPr>
        <p:spPr>
          <a:xfrm>
            <a:off x="13651711" y="11631235"/>
            <a:ext cx="8476667" cy="812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Add a pair </a:t>
            </a:r>
            <a:r>
              <a:rPr b="1"/>
              <a:t>(es,t)</a:t>
            </a:r>
            <a:r>
              <a:t> with frequency 9</a:t>
            </a:r>
          </a:p>
        </p:txBody>
      </p:sp>
      <p:graphicFrame>
        <p:nvGraphicFramePr>
          <p:cNvPr id="880" name="Table 1"/>
          <p:cNvGraphicFramePr/>
          <p:nvPr/>
        </p:nvGraphicFramePr>
        <p:xfrm>
          <a:off x="985679" y="3131760"/>
          <a:ext cx="5269599" cy="949007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937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 b="1">
                          <a:sym typeface="Helvetica Neue"/>
                        </a:rPr>
                        <a:t>count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 b="1">
                          <a:sym typeface="Helvetica Neue"/>
                        </a:rPr>
                        <a:t>bigram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5 + 2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l o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5 + 2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o w 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r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n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w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est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i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i d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6273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d est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81" name="Rectangle"/>
          <p:cNvSpPr/>
          <p:nvPr/>
        </p:nvSpPr>
        <p:spPr>
          <a:xfrm>
            <a:off x="587388" y="3954157"/>
            <a:ext cx="5269600" cy="787629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882" name="A word (character ngram) segmentation algorithm…"/>
          <p:cNvSpPr txBox="1">
            <a:spLocks noGrp="1"/>
          </p:cNvSpPr>
          <p:nvPr>
            <p:ph type="body" sz="quarter" idx="1"/>
          </p:nvPr>
        </p:nvSpPr>
        <p:spPr>
          <a:xfrm>
            <a:off x="6785355" y="3643312"/>
            <a:ext cx="15609095" cy="419417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05075" indent="-605075" defTabSz="813315">
              <a:spcBef>
                <a:spcPts val="4100"/>
              </a:spcBef>
              <a:defRPr sz="4356"/>
            </a:pPr>
            <a:r>
              <a:t>A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word (character ngram) segmentation</a:t>
            </a:r>
            <a:r>
              <a:t> algorithm</a:t>
            </a:r>
          </a:p>
          <a:p>
            <a:pPr marL="1045130" lvl="1" indent="-605075" defTabSz="813315">
              <a:spcBef>
                <a:spcPts val="4100"/>
              </a:spcBef>
              <a:defRPr sz="4356"/>
            </a:pPr>
            <a:r>
              <a:t>Start with a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vocabulary</a:t>
            </a:r>
            <a:r>
              <a:t> of characters</a:t>
            </a:r>
          </a:p>
          <a:p>
            <a:pPr marL="1045130" lvl="1" indent="-605075" defTabSz="813315">
              <a:spcBef>
                <a:spcPts val="4100"/>
              </a:spcBef>
              <a:defRPr sz="4356"/>
            </a:pPr>
            <a:r>
              <a:t>Take most frequent </a:t>
            </a:r>
            <a:r>
              <a:rPr>
                <a:solidFill>
                  <a:srgbClr val="9919E4"/>
                </a:solidFill>
              </a:rPr>
              <a:t>ngram pair</a:t>
            </a:r>
            <a:r>
              <a:t> -&gt; add the new </a:t>
            </a:r>
            <a:r>
              <a:rPr>
                <a:solidFill>
                  <a:srgbClr val="9919E4"/>
                </a:solidFill>
              </a:rPr>
              <a:t>ngram</a:t>
            </a:r>
            <a:r>
              <a:t> the to vocabulary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" grpId="0" animBg="1" advAuto="0"/>
      <p:bldP spid="881" grpId="0" animBg="1" advAuto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Byte Pair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Byte Pair Encoding</a:t>
            </a:r>
          </a:p>
        </p:txBody>
      </p:sp>
      <p:grpSp>
        <p:nvGrpSpPr>
          <p:cNvPr id="889" name="Group"/>
          <p:cNvGrpSpPr/>
          <p:nvPr/>
        </p:nvGrpSpPr>
        <p:grpSpPr>
          <a:xfrm>
            <a:off x="7904931" y="8637915"/>
            <a:ext cx="4027022" cy="3912180"/>
            <a:chOff x="0" y="0"/>
            <a:chExt cx="4027021" cy="3912178"/>
          </a:xfrm>
        </p:grpSpPr>
        <p:grpSp>
          <p:nvGrpSpPr>
            <p:cNvPr id="887" name="Group"/>
            <p:cNvGrpSpPr/>
            <p:nvPr/>
          </p:nvGrpSpPr>
          <p:grpSpPr>
            <a:xfrm>
              <a:off x="0" y="781681"/>
              <a:ext cx="4027022" cy="3130498"/>
              <a:chOff x="0" y="0"/>
              <a:chExt cx="4027021" cy="3130497"/>
            </a:xfrm>
          </p:grpSpPr>
          <p:sp>
            <p:nvSpPr>
              <p:cNvPr id="885" name="Rounded Rectangle"/>
              <p:cNvSpPr/>
              <p:nvPr/>
            </p:nvSpPr>
            <p:spPr>
              <a:xfrm>
                <a:off x="0" y="0"/>
                <a:ext cx="4027022" cy="3130498"/>
              </a:xfrm>
              <a:prstGeom prst="roundRect">
                <a:avLst>
                  <a:gd name="adj" fmla="val 6085"/>
                </a:avLst>
              </a:prstGeom>
              <a:solidFill>
                <a:srgbClr val="E9D6F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86" name="5    lo w…"/>
              <p:cNvSpPr/>
              <p:nvPr/>
            </p:nvSpPr>
            <p:spPr>
              <a:xfrm>
                <a:off x="159592" y="1572055"/>
                <a:ext cx="1270001" cy="1270001"/>
              </a:xfrm>
              <a:prstGeom prst="line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71437" tIns="71437" rIns="71437" bIns="71437" numCol="1" anchor="ctr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t>5    </a:t>
                </a:r>
                <a:r>
                  <a:rPr b="1"/>
                  <a:t>lo</a:t>
                </a:r>
                <a:r>
                  <a:t> w</a:t>
                </a:r>
              </a:p>
              <a:p>
                <a:pPr algn="l">
                  <a:lnSpc>
                    <a:spcPct val="110000"/>
                  </a:lnSpc>
                </a:pPr>
                <a:r>
                  <a:t>2    </a:t>
                </a:r>
                <a:r>
                  <a:rPr b="1"/>
                  <a:t>lo</a:t>
                </a:r>
                <a:r>
                  <a:t> w e r</a:t>
                </a:r>
              </a:p>
              <a:p>
                <a:pPr algn="l">
                  <a:lnSpc>
                    <a:spcPct val="110000"/>
                  </a:lnSpc>
                </a:pPr>
                <a:r>
                  <a:t>6    n e w est</a:t>
                </a:r>
              </a:p>
              <a:p>
                <a:pPr algn="l">
                  <a:lnSpc>
                    <a:spcPct val="110000"/>
                  </a:lnSpc>
                </a:pPr>
                <a:r>
                  <a:t>3    w i d est</a:t>
                </a:r>
              </a:p>
            </p:txBody>
          </p:sp>
        </p:grpSp>
        <p:sp>
          <p:nvSpPr>
            <p:cNvPr id="888" name="Dictionary"/>
            <p:cNvSpPr txBox="1"/>
            <p:nvPr/>
          </p:nvSpPr>
          <p:spPr>
            <a:xfrm>
              <a:off x="500472" y="-1"/>
              <a:ext cx="2649501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/>
              </a:lvl1pPr>
            </a:lstStyle>
            <a:p>
              <a:r>
                <a:t>Dictionary</a:t>
              </a:r>
            </a:p>
          </p:txBody>
        </p:sp>
      </p:grpSp>
      <p:grpSp>
        <p:nvGrpSpPr>
          <p:cNvPr id="894" name="Group"/>
          <p:cNvGrpSpPr/>
          <p:nvPr/>
        </p:nvGrpSpPr>
        <p:grpSpPr>
          <a:xfrm>
            <a:off x="12923274" y="8637915"/>
            <a:ext cx="9349300" cy="2284919"/>
            <a:chOff x="-1607123" y="0"/>
            <a:chExt cx="9349299" cy="2284917"/>
          </a:xfrm>
        </p:grpSpPr>
        <p:grpSp>
          <p:nvGrpSpPr>
            <p:cNvPr id="892" name="Group"/>
            <p:cNvGrpSpPr/>
            <p:nvPr/>
          </p:nvGrpSpPr>
          <p:grpSpPr>
            <a:xfrm>
              <a:off x="-1607124" y="919649"/>
              <a:ext cx="9349300" cy="1365269"/>
              <a:chOff x="-130360" y="0"/>
              <a:chExt cx="9349299" cy="1365268"/>
            </a:xfrm>
          </p:grpSpPr>
          <p:sp>
            <p:nvSpPr>
              <p:cNvPr id="890" name="Rounded Rectangle"/>
              <p:cNvSpPr/>
              <p:nvPr/>
            </p:nvSpPr>
            <p:spPr>
              <a:xfrm>
                <a:off x="0" y="0"/>
                <a:ext cx="8996909" cy="1365269"/>
              </a:xfrm>
              <a:prstGeom prst="roundRect">
                <a:avLst>
                  <a:gd name="adj" fmla="val 15000"/>
                </a:avLst>
              </a:prstGeom>
              <a:solidFill>
                <a:srgbClr val="CCE8F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891" name="l, o, w, e, r, n, w, s, t, i, d, es, est, lo"/>
              <p:cNvSpPr txBox="1"/>
              <p:nvPr/>
            </p:nvSpPr>
            <p:spPr>
              <a:xfrm>
                <a:off x="-130361" y="245927"/>
                <a:ext cx="9349300" cy="87341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r>
                  <a:t>l, o, w, e, r, n, w, s, t, i, d, es,</a:t>
                </a:r>
                <a:r>
                  <a:rPr b="1"/>
                  <a:t> </a:t>
                </a:r>
                <a:r>
                  <a:t>est,</a:t>
                </a:r>
                <a:r>
                  <a:rPr b="1"/>
                  <a:t> lo</a:t>
                </a:r>
              </a:p>
            </p:txBody>
          </p:sp>
        </p:grpSp>
        <p:sp>
          <p:nvSpPr>
            <p:cNvPr id="893" name="Vocabulary"/>
            <p:cNvSpPr txBox="1"/>
            <p:nvPr/>
          </p:nvSpPr>
          <p:spPr>
            <a:xfrm>
              <a:off x="213163" y="-1"/>
              <a:ext cx="2888108" cy="787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i="1"/>
              </a:lvl1pPr>
            </a:lstStyle>
            <a:p>
              <a:r>
                <a:t>Vocabulary</a:t>
              </a:r>
            </a:p>
          </p:txBody>
        </p:sp>
      </p:grpSp>
      <p:sp>
        <p:nvSpPr>
          <p:cNvPr id="895" name="Add a pair (l,o) with frequency 7"/>
          <p:cNvSpPr txBox="1"/>
          <p:nvPr/>
        </p:nvSpPr>
        <p:spPr>
          <a:xfrm>
            <a:off x="13817675" y="11631235"/>
            <a:ext cx="8144739" cy="812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Add a pair </a:t>
            </a:r>
            <a:r>
              <a:rPr b="1"/>
              <a:t>(l,o)</a:t>
            </a:r>
            <a:r>
              <a:t> with frequency 7</a:t>
            </a:r>
          </a:p>
        </p:txBody>
      </p:sp>
      <p:graphicFrame>
        <p:nvGraphicFramePr>
          <p:cNvPr id="896" name="Table 1"/>
          <p:cNvGraphicFramePr/>
          <p:nvPr/>
        </p:nvGraphicFramePr>
        <p:xfrm>
          <a:off x="985679" y="3131760"/>
          <a:ext cx="5269599" cy="949007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937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1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 b="1">
                          <a:sym typeface="Helvetica Neue"/>
                        </a:rPr>
                        <a:t>count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 b="1">
                          <a:sym typeface="Helvetica Neue"/>
                        </a:rPr>
                        <a:t>bigram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5 + 2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lo w 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2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r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n e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e w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6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est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w i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i d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49007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3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200">
                          <a:sym typeface="Helvetica Neue"/>
                        </a:rPr>
                        <a:t>d est 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97" name="A word (character ngram) segmentation algorithm…"/>
          <p:cNvSpPr txBox="1">
            <a:spLocks noGrp="1"/>
          </p:cNvSpPr>
          <p:nvPr>
            <p:ph type="body" sz="quarter" idx="1"/>
          </p:nvPr>
        </p:nvSpPr>
        <p:spPr>
          <a:xfrm>
            <a:off x="6785355" y="3643312"/>
            <a:ext cx="15609095" cy="419417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05075" indent="-605075" defTabSz="813315">
              <a:spcBef>
                <a:spcPts val="4100"/>
              </a:spcBef>
              <a:defRPr sz="4356"/>
            </a:pPr>
            <a:r>
              <a:t>A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word (character ngram) segmentation</a:t>
            </a:r>
            <a:r>
              <a:t> algorithm</a:t>
            </a:r>
          </a:p>
          <a:p>
            <a:pPr marL="1045130" lvl="1" indent="-605075" defTabSz="813315">
              <a:spcBef>
                <a:spcPts val="4100"/>
              </a:spcBef>
              <a:defRPr sz="4356"/>
            </a:pPr>
            <a:r>
              <a:t>Start with a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vocabulary</a:t>
            </a:r>
            <a:r>
              <a:t> of characters</a:t>
            </a:r>
          </a:p>
          <a:p>
            <a:pPr marL="1045130" lvl="1" indent="-605075" defTabSz="813315">
              <a:spcBef>
                <a:spcPts val="4100"/>
              </a:spcBef>
              <a:defRPr sz="4356"/>
            </a:pPr>
            <a:r>
              <a:t>Take most frequent </a:t>
            </a:r>
            <a:r>
              <a:rPr>
                <a:solidFill>
                  <a:srgbClr val="9919E4"/>
                </a:solidFill>
              </a:rPr>
              <a:t>ngram pair</a:t>
            </a:r>
            <a:r>
              <a:t> -&gt; add the new </a:t>
            </a:r>
            <a:r>
              <a:rPr>
                <a:solidFill>
                  <a:srgbClr val="9919E4"/>
                </a:solidFill>
              </a:rPr>
              <a:t>ngram</a:t>
            </a:r>
            <a:r>
              <a:t> the to vocabulary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6" grpId="0" animBg="1" advAuto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When to stop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When to stop</a:t>
            </a:r>
          </a:p>
          <a:p>
            <a:pPr lvl="1"/>
            <a:r>
              <a:t>Have a target vocabulary size and stop when you reach it</a:t>
            </a:r>
          </a:p>
          <a:p>
            <a:r>
              <a:t>Deterministic, common longest piece segmentation of words</a:t>
            </a:r>
          </a:p>
          <a:p>
            <a:r>
              <a:t>Segmentation is only within words already identified by some prior tokenizers</a:t>
            </a:r>
          </a:p>
          <a:p>
            <a:r>
              <a:t>Automatically decide vocabulary to use (vocabulary is pieces of words - character ngrams)</a:t>
            </a:r>
          </a:p>
        </p:txBody>
      </p:sp>
      <p:sp>
        <p:nvSpPr>
          <p:cNvPr id="900" name="Byte Pair En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Byte Pair Encoding</a:t>
            </a: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Used in Google NM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Used in Google NMT</a:t>
            </a:r>
          </a:p>
          <a:p>
            <a:pPr lvl="1"/>
            <a:r>
              <a:t>V1: wordpiece</a:t>
            </a:r>
          </a:p>
          <a:p>
            <a:pPr lvl="1"/>
            <a:r>
              <a:t>V2: sentencepiece</a:t>
            </a:r>
          </a:p>
          <a:p>
            <a:r>
              <a:t>Difference way to select what ngram to add</a:t>
            </a:r>
          </a:p>
          <a:p>
            <a:pPr lvl="1"/>
            <a:r>
              <a:t>Choose n-gram that maximally reduces perplexity</a:t>
            </a:r>
          </a:p>
          <a:p>
            <a:pPr lvl="1"/>
            <a:r>
              <a:t>Greedy approximation to maximizing the language model log likelihood</a:t>
            </a:r>
          </a:p>
        </p:txBody>
      </p:sp>
      <p:sp>
        <p:nvSpPr>
          <p:cNvPr id="903" name="Wordpiece/Sentencepie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Wordpiece/Sentencepiece</a:t>
            </a:r>
          </a:p>
        </p:txBody>
      </p:sp>
      <p:sp>
        <p:nvSpPr>
          <p:cNvPr id="904" name="Japanese and Korean Voice Search [Schuster and Nakajima 2012]"/>
          <p:cNvSpPr txBox="1"/>
          <p:nvPr/>
        </p:nvSpPr>
        <p:spPr>
          <a:xfrm>
            <a:off x="7040661" y="12566782"/>
            <a:ext cx="1215628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32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hlinkClick r:id="rId2"/>
              </a:rPr>
              <a:t>Japanese and Korean Voice Search</a:t>
            </a:r>
            <a:r>
              <a:t> [Schuster and Nakajima 2012]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Used in Google NM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Used in Google NMT</a:t>
            </a:r>
          </a:p>
          <a:p>
            <a:pPr lvl="1"/>
            <a:r>
              <a:t>V1: wordpiece</a:t>
            </a:r>
          </a:p>
          <a:p>
            <a:pPr lvl="1"/>
            <a:r>
              <a:t>V2: sentencepiece</a:t>
            </a:r>
          </a:p>
          <a:p>
            <a:r>
              <a:t>Variant of wordpiece model is used in BERT</a:t>
            </a:r>
          </a:p>
          <a:p>
            <a:pPr lvl="1"/>
            <a:r>
              <a:t>Common words are in vocabulary: at, Fairfax, 1910s</a:t>
            </a:r>
          </a:p>
          <a:p>
            <a:pPr lvl="1"/>
            <a:r>
              <a:t>Other words built from workpieces: Hypatia = h ##yp ##ati ##a</a:t>
            </a:r>
          </a:p>
        </p:txBody>
      </p:sp>
      <p:sp>
        <p:nvSpPr>
          <p:cNvPr id="907" name="Wordpiece/Sentencepie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Wordpiece/Sentencepiece</a:t>
            </a: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Used in Google NM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r>
              <a:t>Used in Google NMT</a:t>
            </a:r>
          </a:p>
          <a:p>
            <a:pPr lvl="1"/>
            <a:r>
              <a:t>V1: wordpiece</a:t>
            </a:r>
          </a:p>
          <a:p>
            <a:pPr lvl="1"/>
            <a:r>
              <a:t>V2: sentencepiece</a:t>
            </a:r>
          </a:p>
        </p:txBody>
      </p:sp>
      <p:sp>
        <p:nvSpPr>
          <p:cNvPr id="910" name="Wordpiece/Sentencepie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Wordpiece/Sentencepiece</a:t>
            </a:r>
          </a:p>
        </p:txBody>
      </p:sp>
      <p:sp>
        <p:nvSpPr>
          <p:cNvPr id="911" name="only tokenizes inside words"/>
          <p:cNvSpPr txBox="1"/>
          <p:nvPr/>
        </p:nvSpPr>
        <p:spPr>
          <a:xfrm>
            <a:off x="9807098" y="5346585"/>
            <a:ext cx="7181927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chemeClr val="accent1">
                    <a:lumOff val="-13575"/>
                  </a:schemeClr>
                </a:solidFill>
              </a:defRPr>
            </a:lvl1pPr>
          </a:lstStyle>
          <a:p>
            <a:r>
              <a:t>only tokenizes inside words </a:t>
            </a:r>
          </a:p>
        </p:txBody>
      </p:sp>
      <p:sp>
        <p:nvSpPr>
          <p:cNvPr id="912" name="works directly on raw text…"/>
          <p:cNvSpPr txBox="1"/>
          <p:nvPr/>
        </p:nvSpPr>
        <p:spPr>
          <a:xfrm>
            <a:off x="10300635" y="6339628"/>
            <a:ext cx="9065642" cy="1448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works directly on raw text </a:t>
            </a:r>
          </a:p>
          <a:p>
            <a:pPr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(use special token _ for whitespace)</a:t>
            </a:r>
          </a:p>
        </p:txBody>
      </p:sp>
      <p:sp>
        <p:nvSpPr>
          <p:cNvPr id="913" name="Also accommodates Unigram"/>
          <p:cNvSpPr txBox="1"/>
          <p:nvPr/>
        </p:nvSpPr>
        <p:spPr>
          <a:xfrm>
            <a:off x="19157894" y="5628428"/>
            <a:ext cx="4643790" cy="2108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>
              <a:defRPr>
                <a:solidFill>
                  <a:srgbClr val="F27200"/>
                </a:solidFill>
              </a:defRPr>
            </a:lvl1pPr>
          </a:lstStyle>
          <a:p>
            <a:r>
              <a:t>Also accommodates Unigram</a:t>
            </a:r>
          </a:p>
        </p:txBody>
      </p:sp>
      <p:sp>
        <p:nvSpPr>
          <p:cNvPr id="914" name="https://arxiv.org/pdf/1808.06226 [Kudo and Richardson 2018]"/>
          <p:cNvSpPr txBox="1"/>
          <p:nvPr/>
        </p:nvSpPr>
        <p:spPr>
          <a:xfrm>
            <a:off x="7040661" y="12566782"/>
            <a:ext cx="1106467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32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hlinkClick r:id="rId2"/>
              </a:rPr>
              <a:t>https://arxiv.org/pdf/1808.06226</a:t>
            </a:r>
            <a:r>
              <a:t> [Kudo and Richardson 2018]</a:t>
            </a:r>
          </a:p>
        </p:txBody>
      </p:sp>
      <p:sp>
        <p:nvSpPr>
          <p:cNvPr id="915" name="https://github.com/google/sentencepiece"/>
          <p:cNvSpPr txBox="1"/>
          <p:nvPr/>
        </p:nvSpPr>
        <p:spPr>
          <a:xfrm>
            <a:off x="6268214" y="8281799"/>
            <a:ext cx="11325885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https://github.com/google/sentencepiece</a:t>
            </a: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17" name="Finds vocabulary   that gives the maximum likelihood for  a given vocabulary size.  For given segmentation   for input  , likelihood is given by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387453" y="3287712"/>
                <a:ext cx="15609094" cy="8840392"/>
              </a:xfrm>
              <a:prstGeom prst="rect">
                <a:avLst/>
              </a:prstGeom>
            </p:spPr>
            <p:txBody>
              <a:bodyPr/>
              <a:lstStyle/>
              <a:p>
                <a:pPr marL="550068" indent="-550068" defTabSz="739378">
                  <a:spcBef>
                    <a:spcPts val="3700"/>
                  </a:spcBef>
                  <a:defRPr sz="3959"/>
                </a:pPr>
                <a:r>
                  <a:t>Finds vocabulary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t> that gives the maximum likelihood for  a given vocabulary size.  For given segmentation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,...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for input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t>, likelihood is given by</a:t>
                </a:r>
              </a:p>
              <a:p>
                <a:pPr marL="550068" indent="-550068" defTabSz="739378">
                  <a:spcBef>
                    <a:spcPts val="3700"/>
                  </a:spcBef>
                  <a:defRPr sz="3959"/>
                </a:pPr>
                <a:endParaRPr/>
              </a:p>
              <a:p>
                <a:pPr marL="550068" indent="-550068" defTabSz="739378">
                  <a:spcBef>
                    <a:spcPts val="3700"/>
                  </a:spcBef>
                  <a:defRPr sz="3959"/>
                </a:pPr>
                <a:r>
                  <a:t>Need to estimate vocabulary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t>, possible segmentations, and token probabilities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 jointly: use EM </a:t>
                </a:r>
              </a:p>
              <a:p>
                <a:pPr marL="550068" indent="-550068" defTabSz="739378">
                  <a:spcBef>
                    <a:spcPts val="3700"/>
                  </a:spcBef>
                  <a:defRPr sz="3959"/>
                </a:pPr>
                <a:r>
                  <a:t>With vocabulary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t> and input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t>, can get optimal segmentation using Viterbi, or output multiple segmentations with their probabilities (with sampling with subword regularization).</a:t>
                </a:r>
                <a:endParaRPr sz="4400"/>
              </a:p>
            </p:txBody>
          </p:sp>
        </mc:Choice>
        <mc:Fallback>
          <p:sp>
            <p:nvSpPr>
              <p:cNvPr id="917" name="Finds vocabulary   that gives the maximum likelihood for  a given vocabulary size.  For given segmentation   for input  , likelihood is given by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87453" y="3287712"/>
                <a:ext cx="15609094" cy="8840392"/>
              </a:xfrm>
              <a:prstGeom prst="rect">
                <a:avLst/>
              </a:prstGeom>
              <a:blipFill>
                <a:blip r:embed="rId2"/>
                <a:stretch>
                  <a:fillRect l="-2188" t="-1378" r="-547" b="-19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8" name="Unigra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Unigram</a:t>
            </a:r>
          </a:p>
        </p:txBody>
      </p:sp>
      <p:pic>
        <p:nvPicPr>
          <p:cNvPr id="91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799" y="6411383"/>
            <a:ext cx="3200401" cy="1333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9349" y="6881283"/>
            <a:ext cx="13081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7182" y="6570133"/>
            <a:ext cx="2451101" cy="10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922" name="Unigram Models for Subword Segmentation [Kudo 2018]"/>
          <p:cNvSpPr txBox="1"/>
          <p:nvPr/>
        </p:nvSpPr>
        <p:spPr>
          <a:xfrm>
            <a:off x="7040661" y="12566782"/>
            <a:ext cx="1030267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defRPr sz="3200">
                <a:solidFill>
                  <a:srgbClr val="5E5E5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u="sng">
                <a:hlinkClick r:id="rId6"/>
              </a:rPr>
              <a:t>Unigram Models for Subword Segmentation</a:t>
            </a:r>
            <a:r>
              <a:t> [Kudo 2018]</a:t>
            </a:r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24" name="Start with heuristic seed vocabulary   (that is sufficiently large)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387453" y="3287712"/>
                <a:ext cx="15609094" cy="8840392"/>
              </a:xfrm>
              <a:prstGeom prst="rect">
                <a:avLst/>
              </a:prstGeom>
            </p:spPr>
            <p:txBody>
              <a:bodyPr/>
              <a:lstStyle/>
              <a:p>
                <a:pPr marL="501173" indent="-501173" defTabSz="673655">
                  <a:spcBef>
                    <a:spcPts val="3400"/>
                  </a:spcBef>
                  <a:defRPr sz="3607"/>
                </a:pPr>
                <a:r>
                  <a:t>Start with heuristic seed vocabulary 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t> (that is sufficiently large)</a:t>
                </a:r>
              </a:p>
              <a:p>
                <a:pPr marL="865663" lvl="1" indent="-501173" defTabSz="673655">
                  <a:spcBef>
                    <a:spcPts val="3400"/>
                  </a:spcBef>
                  <a:defRPr sz="3607"/>
                </a:pPr>
                <a:r>
                  <a:t>For example: all characters + frequent substrings (can also run BPE)</a:t>
                </a:r>
              </a:p>
              <a:p>
                <a:pPr marL="501173" indent="-501173" defTabSz="673655">
                  <a:spcBef>
                    <a:spcPts val="3400"/>
                  </a:spcBef>
                  <a:defRPr sz="3607"/>
                </a:pPr>
                <a:r>
                  <a:t>Repeat until 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t> reaches the desired vocabulary size</a:t>
                </a:r>
              </a:p>
              <a:p>
                <a:pPr marL="865663" lvl="1" indent="-501173" defTabSz="673655">
                  <a:spcBef>
                    <a:spcPts val="3400"/>
                  </a:spcBef>
                  <a:defRPr sz="3607"/>
                </a:pPr>
                <a:r>
                  <a:t>Given 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t>, optimize likelihood of text data (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) and tokenization 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t> using EM algorithm</a:t>
                </a:r>
              </a:p>
              <a:p>
                <a:pPr marL="865663" lvl="1" indent="-501173" defTabSz="673655">
                  <a:spcBef>
                    <a:spcPts val="3400"/>
                  </a:spcBef>
                  <a:defRPr sz="3607"/>
                </a:pPr>
                <a:r>
                  <a:t>Compute </a:t>
                </a:r>
                <a14:m>
                  <m:oMath xmlns:m="http://schemas.openxmlformats.org/officeDocument/2006/math"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for each 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sz="4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t> where loss is how much the likelihood is to be reduced if token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is removed</a:t>
                </a:r>
              </a:p>
              <a:p>
                <a:pPr marL="865663" lvl="1" indent="-501173" defTabSz="673655">
                  <a:spcBef>
                    <a:spcPts val="3400"/>
                  </a:spcBef>
                  <a:defRPr sz="3607"/>
                </a:pPr>
                <a:r>
                  <a:t>Sort by loss and keep top 80% tokens in V (note: always keep single character subwords to avoid OOV)</a:t>
                </a:r>
              </a:p>
            </p:txBody>
          </p:sp>
        </mc:Choice>
        <mc:Fallback>
          <p:sp>
            <p:nvSpPr>
              <p:cNvPr id="924" name="Start with heuristic seed vocabulary   (that is sufficiently large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387453" y="3287712"/>
                <a:ext cx="15609094" cy="8840392"/>
              </a:xfrm>
              <a:prstGeom prst="rect">
                <a:avLst/>
              </a:prstGeom>
              <a:blipFill>
                <a:blip r:embed="rId2"/>
                <a:stretch>
                  <a:fillRect l="-1953" t="-1103" b="-1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" name="Unigram algorith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Unigram algorithm</a:t>
            </a:r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Do we need all these head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we need all these heads?</a:t>
            </a:r>
          </a:p>
        </p:txBody>
      </p:sp>
      <p:sp>
        <p:nvSpPr>
          <p:cNvPr id="928" name="Can we prune away some of the heads of a trained model during test time?"/>
          <p:cNvSpPr txBox="1">
            <a:spLocks noGrp="1"/>
          </p:cNvSpPr>
          <p:nvPr>
            <p:ph type="body" sz="quarter" idx="1"/>
          </p:nvPr>
        </p:nvSpPr>
        <p:spPr>
          <a:xfrm>
            <a:off x="1740825" y="3937626"/>
            <a:ext cx="6306294" cy="4422889"/>
          </a:xfrm>
          <a:prstGeom prst="rect">
            <a:avLst/>
          </a:prstGeom>
        </p:spPr>
        <p:txBody>
          <a:bodyPr/>
          <a:lstStyle/>
          <a:p>
            <a:r>
              <a:t>Can we prune away some of the heads of a trained model during test time?</a:t>
            </a:r>
          </a:p>
        </p:txBody>
      </p:sp>
      <p:pic>
        <p:nvPicPr>
          <p:cNvPr id="929" name="Screen Shot 2020-03-15 at 1.44.05 PM.png" descr="Screen Shot 2020-03-15 at 1.44.05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649" y="3883969"/>
            <a:ext cx="13510954" cy="8545214"/>
          </a:xfrm>
          <a:prstGeom prst="rect">
            <a:avLst/>
          </a:prstGeom>
          <a:ln w="12700">
            <a:miter lim="400000"/>
          </a:ln>
        </p:spPr>
      </p:pic>
      <p:sp>
        <p:nvSpPr>
          <p:cNvPr id="930" name="Are Sixteen Heads Really Better than One?…"/>
          <p:cNvSpPr txBox="1"/>
          <p:nvPr/>
        </p:nvSpPr>
        <p:spPr>
          <a:xfrm>
            <a:off x="16372252" y="12452818"/>
            <a:ext cx="7908469" cy="1109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Are Sixteen Heads Really Better than One?</a:t>
            </a:r>
          </a:p>
          <a:p>
            <a:pPr>
              <a:defRPr sz="3200"/>
            </a:pPr>
            <a:r>
              <a:t>Michel, Levy, and Neubig, NeurIPS 2019</a:t>
            </a:r>
          </a:p>
        </p:txBody>
      </p:sp>
      <p:sp>
        <p:nvSpPr>
          <p:cNvPr id="931" name="3 types of attention: Enc-Enc, Enc-Dec, Dec-Dec…"/>
          <p:cNvSpPr txBox="1"/>
          <p:nvPr/>
        </p:nvSpPr>
        <p:spPr>
          <a:xfrm>
            <a:off x="7679355" y="2718583"/>
            <a:ext cx="9601274" cy="1387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 defTabSz="747593">
              <a:spcBef>
                <a:spcPts val="1200"/>
              </a:spcBef>
              <a:defRPr sz="3458">
                <a:latin typeface="Georgia"/>
                <a:ea typeface="Georgia"/>
                <a:cs typeface="Georgia"/>
                <a:sym typeface="Georgia"/>
              </a:defRPr>
            </a:pPr>
            <a:r>
              <a:t>3 types of attention: Enc-Enc, Enc-Dec, Dec-Dec</a:t>
            </a:r>
          </a:p>
          <a:p>
            <a:pPr algn="l" defTabSz="747593">
              <a:spcBef>
                <a:spcPts val="1200"/>
              </a:spcBef>
              <a:defRPr sz="3458">
                <a:latin typeface="Georgia"/>
                <a:ea typeface="Georgia"/>
                <a:cs typeface="Georgia"/>
                <a:sym typeface="Georgia"/>
              </a:defRPr>
            </a:pPr>
            <a:r>
              <a:t>6 layers, 16 heads each layer for each type </a:t>
            </a:r>
          </a:p>
        </p:txBody>
      </p:sp>
      <p:sp>
        <p:nvSpPr>
          <p:cNvPr id="9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79</a:t>
            </a:fld>
            <a:endParaRPr/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Screen Shot 2020-03-15 at 1.46.11 PM.png" descr="Screen Shot 2020-03-15 at 1.46.11 PM.png"/>
          <p:cNvPicPr>
            <a:picLocks noChangeAspect="1"/>
          </p:cNvPicPr>
          <p:nvPr/>
        </p:nvPicPr>
        <p:blipFill>
          <a:blip r:embed="rId2"/>
          <a:srcRect l="2750" t="9336" r="34463"/>
          <a:stretch>
            <a:fillRect/>
          </a:stretch>
        </p:blipFill>
        <p:spPr>
          <a:xfrm>
            <a:off x="6542460" y="4505701"/>
            <a:ext cx="12971697" cy="7856962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Do we need all these head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we need all these heads?</a:t>
            </a:r>
          </a:p>
        </p:txBody>
      </p:sp>
      <p:sp>
        <p:nvSpPr>
          <p:cNvPr id="938" name="Can we train a good MT model with less heads?"/>
          <p:cNvSpPr txBox="1">
            <a:spLocks noGrp="1"/>
          </p:cNvSpPr>
          <p:nvPr>
            <p:ph type="body" sz="quarter" idx="1"/>
          </p:nvPr>
        </p:nvSpPr>
        <p:spPr>
          <a:xfrm>
            <a:off x="514814" y="4832808"/>
            <a:ext cx="6306294" cy="4422890"/>
          </a:xfrm>
          <a:prstGeom prst="rect">
            <a:avLst/>
          </a:prstGeom>
        </p:spPr>
        <p:txBody>
          <a:bodyPr/>
          <a:lstStyle/>
          <a:p>
            <a:r>
              <a:t>Can we train a good MT model with less heads?</a:t>
            </a:r>
          </a:p>
        </p:txBody>
      </p:sp>
      <p:sp>
        <p:nvSpPr>
          <p:cNvPr id="939" name="Are Sixteen Heads Really Better than One?…"/>
          <p:cNvSpPr txBox="1"/>
          <p:nvPr/>
        </p:nvSpPr>
        <p:spPr>
          <a:xfrm>
            <a:off x="16372252" y="12452818"/>
            <a:ext cx="7908469" cy="1109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Are Sixteen Heads Really Better than One?</a:t>
            </a:r>
          </a:p>
          <a:p>
            <a:pPr>
              <a:defRPr sz="3200"/>
            </a:pPr>
            <a:r>
              <a:t>Michel, Levy, and Neubig, NeurIPS 2019</a:t>
            </a:r>
          </a:p>
        </p:txBody>
      </p:sp>
      <p:sp>
        <p:nvSpPr>
          <p:cNvPr id="940" name="3 types of attention: Enc-Enc, Enc-Dec, Dec-Dec…"/>
          <p:cNvSpPr txBox="1"/>
          <p:nvPr/>
        </p:nvSpPr>
        <p:spPr>
          <a:xfrm>
            <a:off x="7679355" y="2718583"/>
            <a:ext cx="9601274" cy="1387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 defTabSz="747593">
              <a:spcBef>
                <a:spcPts val="1200"/>
              </a:spcBef>
              <a:defRPr sz="3458">
                <a:latin typeface="Georgia"/>
                <a:ea typeface="Georgia"/>
                <a:cs typeface="Georgia"/>
                <a:sym typeface="Georgia"/>
              </a:defRPr>
            </a:pPr>
            <a:r>
              <a:t>3 types of attention: Enc-Enc, Enc-Dec, Dec-Dec</a:t>
            </a:r>
          </a:p>
          <a:p>
            <a:pPr algn="l" defTabSz="747593">
              <a:spcBef>
                <a:spcPts val="1200"/>
              </a:spcBef>
              <a:defRPr sz="3458">
                <a:latin typeface="Georgia"/>
                <a:ea typeface="Georgia"/>
                <a:cs typeface="Georgia"/>
                <a:sym typeface="Georgia"/>
              </a:defRPr>
            </a:pPr>
            <a:r>
              <a:t>6 layers, 16 heads each layer for each type </a:t>
            </a:r>
          </a:p>
        </p:txBody>
      </p:sp>
      <p:sp>
        <p:nvSpPr>
          <p:cNvPr id="9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80</a:t>
            </a:fld>
            <a:endParaRPr/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RNNs vs Transforme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RNNs vs Transformers</a:t>
            </a:r>
          </a:p>
        </p:txBody>
      </p:sp>
      <p:sp>
        <p:nvSpPr>
          <p:cNvPr id="944" name="the"/>
          <p:cNvSpPr txBox="1">
            <a:spLocks noGrp="1"/>
          </p:cNvSpPr>
          <p:nvPr>
            <p:ph type="body" sz="quarter" idx="1"/>
          </p:nvPr>
        </p:nvSpPr>
        <p:spPr>
          <a:xfrm>
            <a:off x="12356758" y="10993419"/>
            <a:ext cx="615107" cy="535883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400" i="1"/>
            </a:lvl1pPr>
          </a:lstStyle>
          <a:p>
            <a:r>
              <a:t>the</a:t>
            </a:r>
          </a:p>
        </p:txBody>
      </p:sp>
      <p:grpSp>
        <p:nvGrpSpPr>
          <p:cNvPr id="954" name="Group"/>
          <p:cNvGrpSpPr/>
          <p:nvPr/>
        </p:nvGrpSpPr>
        <p:grpSpPr>
          <a:xfrm>
            <a:off x="-15001" y="4151350"/>
            <a:ext cx="11325291" cy="7699128"/>
            <a:chOff x="0" y="0"/>
            <a:chExt cx="11325290" cy="7699126"/>
          </a:xfrm>
        </p:grpSpPr>
        <p:grpSp>
          <p:nvGrpSpPr>
            <p:cNvPr id="947" name="Group"/>
            <p:cNvGrpSpPr/>
            <p:nvPr/>
          </p:nvGrpSpPr>
          <p:grpSpPr>
            <a:xfrm>
              <a:off x="-1" y="151623"/>
              <a:ext cx="11325291" cy="7547504"/>
              <a:chOff x="0" y="0"/>
              <a:chExt cx="11325289" cy="7547503"/>
            </a:xfrm>
          </p:grpSpPr>
          <p:pic>
            <p:nvPicPr>
              <p:cNvPr id="945" name="Screen Shot 2019-10-09 at 11.03.13 AM.png" descr="Screen Shot 2019-10-09 at 11.03.13 AM.png"/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418448" y="0"/>
                <a:ext cx="10906842" cy="739981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46" name="Square"/>
              <p:cNvSpPr/>
              <p:nvPr/>
            </p:nvSpPr>
            <p:spPr>
              <a:xfrm>
                <a:off x="0" y="6378495"/>
                <a:ext cx="1169008" cy="1169009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948" name="Line"/>
            <p:cNvSpPr/>
            <p:nvPr/>
          </p:nvSpPr>
          <p:spPr>
            <a:xfrm flipV="1">
              <a:off x="3315290" y="0"/>
              <a:ext cx="1" cy="559053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49" name="Line"/>
            <p:cNvSpPr/>
            <p:nvPr/>
          </p:nvSpPr>
          <p:spPr>
            <a:xfrm flipV="1">
              <a:off x="4721865" y="0"/>
              <a:ext cx="1" cy="559053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50" name="Line"/>
            <p:cNvSpPr/>
            <p:nvPr/>
          </p:nvSpPr>
          <p:spPr>
            <a:xfrm flipV="1">
              <a:off x="6069325" y="0"/>
              <a:ext cx="1" cy="559053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51" name="Line"/>
            <p:cNvSpPr/>
            <p:nvPr/>
          </p:nvSpPr>
          <p:spPr>
            <a:xfrm flipV="1">
              <a:off x="7469719" y="0"/>
              <a:ext cx="1" cy="559053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52" name="Line"/>
            <p:cNvSpPr/>
            <p:nvPr/>
          </p:nvSpPr>
          <p:spPr>
            <a:xfrm flipV="1">
              <a:off x="8864882" y="0"/>
              <a:ext cx="1" cy="559053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53" name="Line"/>
            <p:cNvSpPr/>
            <p:nvPr/>
          </p:nvSpPr>
          <p:spPr>
            <a:xfrm flipV="1">
              <a:off x="10244041" y="0"/>
              <a:ext cx="1" cy="559053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52" name="Group"/>
          <p:cNvGrpSpPr/>
          <p:nvPr/>
        </p:nvGrpSpPr>
        <p:grpSpPr>
          <a:xfrm>
            <a:off x="12379022" y="3998950"/>
            <a:ext cx="11917190" cy="7699129"/>
            <a:chOff x="0" y="0"/>
            <a:chExt cx="11917188" cy="7699127"/>
          </a:xfrm>
        </p:grpSpPr>
        <p:pic>
          <p:nvPicPr>
            <p:cNvPr id="955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0" y="4969291"/>
              <a:ext cx="508113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56" name="movie"/>
            <p:cNvSpPr txBox="1"/>
            <p:nvPr/>
          </p:nvSpPr>
          <p:spPr>
            <a:xfrm>
              <a:off x="1126127" y="6831186"/>
              <a:ext cx="1613287" cy="86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400" i="1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movie</a:t>
              </a:r>
            </a:p>
          </p:txBody>
        </p:sp>
        <p:sp>
          <p:nvSpPr>
            <p:cNvPr id="957" name="was"/>
            <p:cNvSpPr txBox="1"/>
            <p:nvPr/>
          </p:nvSpPr>
          <p:spPr>
            <a:xfrm>
              <a:off x="2800657" y="6831186"/>
              <a:ext cx="1320348" cy="86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400" i="1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was</a:t>
              </a:r>
            </a:p>
          </p:txBody>
        </p:sp>
        <p:sp>
          <p:nvSpPr>
            <p:cNvPr id="958" name="terribly"/>
            <p:cNvSpPr txBox="1"/>
            <p:nvPr/>
          </p:nvSpPr>
          <p:spPr>
            <a:xfrm>
              <a:off x="3959363" y="6831186"/>
              <a:ext cx="1906224" cy="86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400" i="1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terribly</a:t>
              </a:r>
            </a:p>
          </p:txBody>
        </p:sp>
        <p:sp>
          <p:nvSpPr>
            <p:cNvPr id="959" name="exciting"/>
            <p:cNvSpPr txBox="1"/>
            <p:nvPr/>
          </p:nvSpPr>
          <p:spPr>
            <a:xfrm>
              <a:off x="5459736" y="6831186"/>
              <a:ext cx="2040245" cy="86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400" i="1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exciting</a:t>
              </a:r>
            </a:p>
          </p:txBody>
        </p:sp>
        <p:sp>
          <p:nvSpPr>
            <p:cNvPr id="960" name="!"/>
            <p:cNvSpPr txBox="1"/>
            <p:nvPr/>
          </p:nvSpPr>
          <p:spPr>
            <a:xfrm>
              <a:off x="7358986" y="6831186"/>
              <a:ext cx="431164" cy="867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400" i="1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!</a:t>
              </a:r>
            </a:p>
          </p:txBody>
        </p:sp>
        <p:pic>
          <p:nvPicPr>
            <p:cNvPr id="961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1459983" y="4969291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2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2919966" y="4969291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3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4379951" y="4969291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4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5839934" y="4969291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5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7299919" y="4969291"/>
              <a:ext cx="508113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66" name="Line"/>
            <p:cNvSpPr/>
            <p:nvPr/>
          </p:nvSpPr>
          <p:spPr>
            <a:xfrm flipV="1">
              <a:off x="274647" y="6394962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67" name="Line"/>
            <p:cNvSpPr/>
            <p:nvPr/>
          </p:nvSpPr>
          <p:spPr>
            <a:xfrm flipV="1">
              <a:off x="1713874" y="6394962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68" name="Line"/>
            <p:cNvSpPr/>
            <p:nvPr/>
          </p:nvSpPr>
          <p:spPr>
            <a:xfrm flipV="1">
              <a:off x="3173857" y="6394962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69" name="Line"/>
            <p:cNvSpPr/>
            <p:nvPr/>
          </p:nvSpPr>
          <p:spPr>
            <a:xfrm flipV="1">
              <a:off x="4633842" y="6394962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70" name="Line"/>
            <p:cNvSpPr/>
            <p:nvPr/>
          </p:nvSpPr>
          <p:spPr>
            <a:xfrm flipV="1">
              <a:off x="6115556" y="6394962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71" name="Line"/>
            <p:cNvSpPr/>
            <p:nvPr/>
          </p:nvSpPr>
          <p:spPr>
            <a:xfrm flipV="1">
              <a:off x="7553810" y="6394962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007" name="Group"/>
            <p:cNvGrpSpPr/>
            <p:nvPr/>
          </p:nvGrpSpPr>
          <p:grpSpPr>
            <a:xfrm>
              <a:off x="974" y="2796041"/>
              <a:ext cx="7808034" cy="2347731"/>
              <a:chOff x="0" y="0"/>
              <a:chExt cx="7808032" cy="2347730"/>
            </a:xfrm>
          </p:grpSpPr>
          <p:pic>
            <p:nvPicPr>
              <p:cNvPr id="972" name="Screen Shot 2019-10-09 at 12.39.43 PM.png" descr="Screen Shot 2019-10-09 at 12.39.43 PM.png"/>
              <p:cNvPicPr>
                <a:picLocks noChangeAspect="1"/>
              </p:cNvPicPr>
              <p:nvPr/>
            </p:nvPicPr>
            <p:blipFill>
              <a:blip r:embed="rId3"/>
              <a:srcRect l="19442" t="11318" r="7547" b="2343"/>
              <a:stretch>
                <a:fillRect/>
              </a:stretch>
            </p:blipFill>
            <p:spPr>
              <a:xfrm>
                <a:off x="0" y="0"/>
                <a:ext cx="508113" cy="145114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73" name="Screen Shot 2019-10-09 at 12.39.43 PM.png" descr="Screen Shot 2019-10-09 at 12.39.43 PM.png"/>
              <p:cNvPicPr>
                <a:picLocks noChangeAspect="1"/>
              </p:cNvPicPr>
              <p:nvPr/>
            </p:nvPicPr>
            <p:blipFill>
              <a:blip r:embed="rId3"/>
              <a:srcRect l="19442" t="11318" r="7547" b="2343"/>
              <a:stretch>
                <a:fillRect/>
              </a:stretch>
            </p:blipFill>
            <p:spPr>
              <a:xfrm>
                <a:off x="1459983" y="0"/>
                <a:ext cx="508114" cy="145114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74" name="Screen Shot 2019-10-09 at 12.39.43 PM.png" descr="Screen Shot 2019-10-09 at 12.39.43 PM.png"/>
              <p:cNvPicPr>
                <a:picLocks noChangeAspect="1"/>
              </p:cNvPicPr>
              <p:nvPr/>
            </p:nvPicPr>
            <p:blipFill>
              <a:blip r:embed="rId3"/>
              <a:srcRect l="19442" t="11318" r="7547" b="2343"/>
              <a:stretch>
                <a:fillRect/>
              </a:stretch>
            </p:blipFill>
            <p:spPr>
              <a:xfrm>
                <a:off x="2919967" y="0"/>
                <a:ext cx="508114" cy="145114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75" name="Screen Shot 2019-10-09 at 12.39.43 PM.png" descr="Screen Shot 2019-10-09 at 12.39.43 PM.png"/>
              <p:cNvPicPr>
                <a:picLocks noChangeAspect="1"/>
              </p:cNvPicPr>
              <p:nvPr/>
            </p:nvPicPr>
            <p:blipFill>
              <a:blip r:embed="rId3"/>
              <a:srcRect l="19442" t="11318" r="7547" b="2343"/>
              <a:stretch>
                <a:fillRect/>
              </a:stretch>
            </p:blipFill>
            <p:spPr>
              <a:xfrm>
                <a:off x="4379951" y="0"/>
                <a:ext cx="508114" cy="145114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76" name="Screen Shot 2019-10-09 at 12.39.43 PM.png" descr="Screen Shot 2019-10-09 at 12.39.43 PM.png"/>
              <p:cNvPicPr>
                <a:picLocks noChangeAspect="1"/>
              </p:cNvPicPr>
              <p:nvPr/>
            </p:nvPicPr>
            <p:blipFill>
              <a:blip r:embed="rId3"/>
              <a:srcRect l="19442" t="11318" r="7547" b="2343"/>
              <a:stretch>
                <a:fillRect/>
              </a:stretch>
            </p:blipFill>
            <p:spPr>
              <a:xfrm>
                <a:off x="5839935" y="0"/>
                <a:ext cx="508114" cy="145114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77" name="Screen Shot 2019-10-09 at 12.39.43 PM.png" descr="Screen Shot 2019-10-09 at 12.39.43 PM.png"/>
              <p:cNvPicPr>
                <a:picLocks noChangeAspect="1"/>
              </p:cNvPicPr>
              <p:nvPr/>
            </p:nvPicPr>
            <p:blipFill>
              <a:blip r:embed="rId3"/>
              <a:srcRect l="19442" t="11318" r="7547" b="2343"/>
              <a:stretch>
                <a:fillRect/>
              </a:stretch>
            </p:blipFill>
            <p:spPr>
              <a:xfrm>
                <a:off x="7299919" y="0"/>
                <a:ext cx="508114" cy="145114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978" name="Line"/>
              <p:cNvSpPr/>
              <p:nvPr/>
            </p:nvSpPr>
            <p:spPr>
              <a:xfrm flipV="1">
                <a:off x="273674" y="1425669"/>
                <a:ext cx="1" cy="867943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79" name="Line"/>
              <p:cNvSpPr/>
              <p:nvPr/>
            </p:nvSpPr>
            <p:spPr>
              <a:xfrm flipV="1">
                <a:off x="246592" y="1425669"/>
                <a:ext cx="1588828" cy="867943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0" name="Line"/>
              <p:cNvSpPr/>
              <p:nvPr/>
            </p:nvSpPr>
            <p:spPr>
              <a:xfrm flipV="1">
                <a:off x="399557" y="1397653"/>
                <a:ext cx="3064477" cy="815738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1" name="Line"/>
              <p:cNvSpPr/>
              <p:nvPr/>
            </p:nvSpPr>
            <p:spPr>
              <a:xfrm flipV="1">
                <a:off x="356305" y="1452329"/>
                <a:ext cx="4264015" cy="76106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2" name="Line"/>
              <p:cNvSpPr/>
              <p:nvPr/>
            </p:nvSpPr>
            <p:spPr>
              <a:xfrm flipV="1">
                <a:off x="353640" y="1452329"/>
                <a:ext cx="5638490" cy="76106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3" name="Line"/>
              <p:cNvSpPr/>
              <p:nvPr/>
            </p:nvSpPr>
            <p:spPr>
              <a:xfrm>
                <a:off x="405850" y="1425084"/>
                <a:ext cx="4164925" cy="760876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4" name="Line"/>
              <p:cNvSpPr/>
              <p:nvPr/>
            </p:nvSpPr>
            <p:spPr>
              <a:xfrm flipH="1" flipV="1">
                <a:off x="346674" y="1425670"/>
                <a:ext cx="1388667" cy="759704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5" name="Line"/>
              <p:cNvSpPr/>
              <p:nvPr/>
            </p:nvSpPr>
            <p:spPr>
              <a:xfrm flipH="1" flipV="1">
                <a:off x="367678" y="1425670"/>
                <a:ext cx="2690447" cy="759704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6" name="Line"/>
              <p:cNvSpPr/>
              <p:nvPr/>
            </p:nvSpPr>
            <p:spPr>
              <a:xfrm flipH="1" flipV="1">
                <a:off x="408005" y="1453007"/>
                <a:ext cx="5529762" cy="705029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7" name="Line"/>
              <p:cNvSpPr/>
              <p:nvPr/>
            </p:nvSpPr>
            <p:spPr>
              <a:xfrm flipH="1" flipV="1">
                <a:off x="408003" y="1436245"/>
                <a:ext cx="7111363" cy="738554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8" name="Line"/>
              <p:cNvSpPr/>
              <p:nvPr/>
            </p:nvSpPr>
            <p:spPr>
              <a:xfrm flipV="1">
                <a:off x="1748559" y="1479789"/>
                <a:ext cx="1" cy="86794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89" name="Line"/>
              <p:cNvSpPr/>
              <p:nvPr/>
            </p:nvSpPr>
            <p:spPr>
              <a:xfrm flipH="1" flipV="1">
                <a:off x="1726442" y="1425670"/>
                <a:ext cx="1432903" cy="716939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0" name="Line"/>
              <p:cNvSpPr/>
              <p:nvPr/>
            </p:nvSpPr>
            <p:spPr>
              <a:xfrm flipH="1" flipV="1">
                <a:off x="1771861" y="1425670"/>
                <a:ext cx="2802047" cy="814380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1" name="Line"/>
              <p:cNvSpPr/>
              <p:nvPr/>
            </p:nvSpPr>
            <p:spPr>
              <a:xfrm flipH="1" flipV="1">
                <a:off x="1812327" y="1452451"/>
                <a:ext cx="4181098" cy="722471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2" name="Line"/>
              <p:cNvSpPr/>
              <p:nvPr/>
            </p:nvSpPr>
            <p:spPr>
              <a:xfrm flipH="1" flipV="1">
                <a:off x="1820926" y="1418904"/>
                <a:ext cx="5623885" cy="72238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3" name="Line"/>
              <p:cNvSpPr/>
              <p:nvPr/>
            </p:nvSpPr>
            <p:spPr>
              <a:xfrm flipV="1">
                <a:off x="3223446" y="1479789"/>
                <a:ext cx="1" cy="70614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4" name="Line"/>
              <p:cNvSpPr/>
              <p:nvPr/>
            </p:nvSpPr>
            <p:spPr>
              <a:xfrm flipH="1" flipV="1">
                <a:off x="3223446" y="1479789"/>
                <a:ext cx="1480479" cy="70614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5" name="Line"/>
              <p:cNvSpPr/>
              <p:nvPr/>
            </p:nvSpPr>
            <p:spPr>
              <a:xfrm flipH="1" flipV="1">
                <a:off x="3229276" y="1479789"/>
                <a:ext cx="2807188" cy="70614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6" name="Line"/>
              <p:cNvSpPr/>
              <p:nvPr/>
            </p:nvSpPr>
            <p:spPr>
              <a:xfrm flipH="1" flipV="1">
                <a:off x="3229276" y="1435443"/>
                <a:ext cx="4265866" cy="705916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7" name="Line"/>
              <p:cNvSpPr/>
              <p:nvPr/>
            </p:nvSpPr>
            <p:spPr>
              <a:xfrm flipV="1">
                <a:off x="4632868" y="1427024"/>
                <a:ext cx="1" cy="70614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8" name="Line"/>
              <p:cNvSpPr/>
              <p:nvPr/>
            </p:nvSpPr>
            <p:spPr>
              <a:xfrm flipH="1" flipV="1">
                <a:off x="6137533" y="1477616"/>
                <a:ext cx="1458680" cy="756996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999" name="Line"/>
              <p:cNvSpPr/>
              <p:nvPr/>
            </p:nvSpPr>
            <p:spPr>
              <a:xfrm flipH="1" flipV="1">
                <a:off x="4697149" y="1481143"/>
                <a:ext cx="2793353" cy="756995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00" name="Line"/>
              <p:cNvSpPr/>
              <p:nvPr/>
            </p:nvSpPr>
            <p:spPr>
              <a:xfrm flipV="1">
                <a:off x="6092852" y="1452451"/>
                <a:ext cx="1" cy="70614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01" name="Line"/>
              <p:cNvSpPr/>
              <p:nvPr/>
            </p:nvSpPr>
            <p:spPr>
              <a:xfrm flipV="1">
                <a:off x="7566377" y="1479789"/>
                <a:ext cx="1" cy="706142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02" name="Line"/>
              <p:cNvSpPr/>
              <p:nvPr/>
            </p:nvSpPr>
            <p:spPr>
              <a:xfrm flipV="1">
                <a:off x="6100073" y="1454362"/>
                <a:ext cx="1431259" cy="756995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03" name="Line"/>
              <p:cNvSpPr/>
              <p:nvPr/>
            </p:nvSpPr>
            <p:spPr>
              <a:xfrm flipV="1">
                <a:off x="4604027" y="1454362"/>
                <a:ext cx="2927388" cy="810557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04" name="Line"/>
              <p:cNvSpPr/>
              <p:nvPr/>
            </p:nvSpPr>
            <p:spPr>
              <a:xfrm flipV="1">
                <a:off x="3303887" y="1425670"/>
                <a:ext cx="4182049" cy="759704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05" name="Line"/>
              <p:cNvSpPr/>
              <p:nvPr/>
            </p:nvSpPr>
            <p:spPr>
              <a:xfrm flipV="1">
                <a:off x="1811853" y="1480026"/>
                <a:ext cx="5711564" cy="705668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1006" name="Line"/>
              <p:cNvSpPr/>
              <p:nvPr/>
            </p:nvSpPr>
            <p:spPr>
              <a:xfrm flipV="1">
                <a:off x="4571806" y="1427024"/>
                <a:ext cx="1431259" cy="756995"/>
              </a:xfrm>
              <a:prstGeom prst="line">
                <a:avLst/>
              </a:prstGeom>
              <a:noFill/>
              <a:ln w="12700" cap="flat">
                <a:solidFill>
                  <a:srgbClr val="A9A9A9"/>
                </a:solidFill>
                <a:prstDash val="sysDot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pic>
          <p:nvPicPr>
            <p:cNvPr id="1008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1138" y="600412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9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1461121" y="600412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0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2921106" y="600412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1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4381089" y="600412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2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5841074" y="600412"/>
              <a:ext cx="508114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3" name="Screen Shot 2019-10-09 at 12.39.43 PM.png" descr="Screen Shot 2019-10-09 at 12.39.43 PM.png"/>
            <p:cNvPicPr>
              <a:picLocks noChangeAspect="1"/>
            </p:cNvPicPr>
            <p:nvPr/>
          </p:nvPicPr>
          <p:blipFill>
            <a:blip r:embed="rId3"/>
            <a:srcRect l="19442" t="11318" r="7547" b="2343"/>
            <a:stretch>
              <a:fillRect/>
            </a:stretch>
          </p:blipFill>
          <p:spPr>
            <a:xfrm>
              <a:off x="7301057" y="600412"/>
              <a:ext cx="508113" cy="145114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14" name="Line"/>
            <p:cNvSpPr/>
            <p:nvPr/>
          </p:nvSpPr>
          <p:spPr>
            <a:xfrm flipV="1">
              <a:off x="274813" y="2026082"/>
              <a:ext cx="1" cy="8679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5" name="Line"/>
            <p:cNvSpPr/>
            <p:nvPr/>
          </p:nvSpPr>
          <p:spPr>
            <a:xfrm flipV="1">
              <a:off x="247731" y="2026082"/>
              <a:ext cx="1588828" cy="8679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6" name="Line"/>
            <p:cNvSpPr/>
            <p:nvPr/>
          </p:nvSpPr>
          <p:spPr>
            <a:xfrm flipV="1">
              <a:off x="400696" y="1998065"/>
              <a:ext cx="3064477" cy="815738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7" name="Line"/>
            <p:cNvSpPr/>
            <p:nvPr/>
          </p:nvSpPr>
          <p:spPr>
            <a:xfrm flipV="1">
              <a:off x="357444" y="2052741"/>
              <a:ext cx="4264016" cy="76106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8" name="Line"/>
            <p:cNvSpPr/>
            <p:nvPr/>
          </p:nvSpPr>
          <p:spPr>
            <a:xfrm flipV="1">
              <a:off x="354778" y="2052741"/>
              <a:ext cx="5638490" cy="76106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19" name="Line"/>
            <p:cNvSpPr/>
            <p:nvPr/>
          </p:nvSpPr>
          <p:spPr>
            <a:xfrm>
              <a:off x="406989" y="2025496"/>
              <a:ext cx="4164926" cy="760876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0" name="Line"/>
            <p:cNvSpPr/>
            <p:nvPr/>
          </p:nvSpPr>
          <p:spPr>
            <a:xfrm flipH="1" flipV="1">
              <a:off x="347812" y="2026082"/>
              <a:ext cx="1388667" cy="759704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1" name="Line"/>
            <p:cNvSpPr/>
            <p:nvPr/>
          </p:nvSpPr>
          <p:spPr>
            <a:xfrm flipH="1" flipV="1">
              <a:off x="368818" y="2026082"/>
              <a:ext cx="2690446" cy="759704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2" name="Line"/>
            <p:cNvSpPr/>
            <p:nvPr/>
          </p:nvSpPr>
          <p:spPr>
            <a:xfrm flipH="1" flipV="1">
              <a:off x="409142" y="2053419"/>
              <a:ext cx="5529763" cy="705029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3" name="Line"/>
            <p:cNvSpPr/>
            <p:nvPr/>
          </p:nvSpPr>
          <p:spPr>
            <a:xfrm flipH="1" flipV="1">
              <a:off x="409143" y="2036657"/>
              <a:ext cx="7111363" cy="738554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4" name="Line"/>
            <p:cNvSpPr/>
            <p:nvPr/>
          </p:nvSpPr>
          <p:spPr>
            <a:xfrm flipV="1">
              <a:off x="1749697" y="2080201"/>
              <a:ext cx="1" cy="8679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5" name="Line"/>
            <p:cNvSpPr/>
            <p:nvPr/>
          </p:nvSpPr>
          <p:spPr>
            <a:xfrm flipH="1" flipV="1">
              <a:off x="1727579" y="2026082"/>
              <a:ext cx="1432904" cy="716940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6" name="Line"/>
            <p:cNvSpPr/>
            <p:nvPr/>
          </p:nvSpPr>
          <p:spPr>
            <a:xfrm flipH="1" flipV="1">
              <a:off x="1772999" y="2026082"/>
              <a:ext cx="2802048" cy="814380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7" name="Line"/>
            <p:cNvSpPr/>
            <p:nvPr/>
          </p:nvSpPr>
          <p:spPr>
            <a:xfrm flipH="1" flipV="1">
              <a:off x="1813466" y="2052863"/>
              <a:ext cx="4181098" cy="72247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8" name="Line"/>
            <p:cNvSpPr/>
            <p:nvPr/>
          </p:nvSpPr>
          <p:spPr>
            <a:xfrm flipH="1" flipV="1">
              <a:off x="1822065" y="2019316"/>
              <a:ext cx="5623884" cy="72238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29" name="Line"/>
            <p:cNvSpPr/>
            <p:nvPr/>
          </p:nvSpPr>
          <p:spPr>
            <a:xfrm flipV="1">
              <a:off x="3224584" y="2080201"/>
              <a:ext cx="1" cy="7061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0" name="Line"/>
            <p:cNvSpPr/>
            <p:nvPr/>
          </p:nvSpPr>
          <p:spPr>
            <a:xfrm flipH="1" flipV="1">
              <a:off x="3224585" y="2080201"/>
              <a:ext cx="1480479" cy="7061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1" name="Line"/>
            <p:cNvSpPr/>
            <p:nvPr/>
          </p:nvSpPr>
          <p:spPr>
            <a:xfrm flipH="1" flipV="1">
              <a:off x="3230414" y="2080201"/>
              <a:ext cx="2807187" cy="7061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2" name="Line"/>
            <p:cNvSpPr/>
            <p:nvPr/>
          </p:nvSpPr>
          <p:spPr>
            <a:xfrm flipH="1" flipV="1">
              <a:off x="3230415" y="2035855"/>
              <a:ext cx="4265867" cy="705916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3" name="Line"/>
            <p:cNvSpPr/>
            <p:nvPr/>
          </p:nvSpPr>
          <p:spPr>
            <a:xfrm flipV="1">
              <a:off x="4634007" y="2027436"/>
              <a:ext cx="1" cy="7061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4" name="Line"/>
            <p:cNvSpPr/>
            <p:nvPr/>
          </p:nvSpPr>
          <p:spPr>
            <a:xfrm flipH="1" flipV="1">
              <a:off x="6138671" y="2078029"/>
              <a:ext cx="1458680" cy="756995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5" name="Line"/>
            <p:cNvSpPr/>
            <p:nvPr/>
          </p:nvSpPr>
          <p:spPr>
            <a:xfrm flipH="1" flipV="1">
              <a:off x="4698287" y="2081555"/>
              <a:ext cx="2793353" cy="756996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6" name="Line"/>
            <p:cNvSpPr/>
            <p:nvPr/>
          </p:nvSpPr>
          <p:spPr>
            <a:xfrm flipV="1">
              <a:off x="6093990" y="2052863"/>
              <a:ext cx="1" cy="7061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7" name="Line"/>
            <p:cNvSpPr/>
            <p:nvPr/>
          </p:nvSpPr>
          <p:spPr>
            <a:xfrm flipV="1">
              <a:off x="7567516" y="2080201"/>
              <a:ext cx="1" cy="706142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8" name="Line"/>
            <p:cNvSpPr/>
            <p:nvPr/>
          </p:nvSpPr>
          <p:spPr>
            <a:xfrm flipV="1">
              <a:off x="6101210" y="2054774"/>
              <a:ext cx="1431260" cy="756995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39" name="Line"/>
            <p:cNvSpPr/>
            <p:nvPr/>
          </p:nvSpPr>
          <p:spPr>
            <a:xfrm flipV="1">
              <a:off x="4605165" y="2054774"/>
              <a:ext cx="2927388" cy="810558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0" name="Line"/>
            <p:cNvSpPr/>
            <p:nvPr/>
          </p:nvSpPr>
          <p:spPr>
            <a:xfrm flipV="1">
              <a:off x="3305027" y="2026082"/>
              <a:ext cx="4182048" cy="759704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1" name="Line"/>
            <p:cNvSpPr/>
            <p:nvPr/>
          </p:nvSpPr>
          <p:spPr>
            <a:xfrm flipV="1">
              <a:off x="1812992" y="2080438"/>
              <a:ext cx="5711563" cy="705668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2" name="Line"/>
            <p:cNvSpPr/>
            <p:nvPr/>
          </p:nvSpPr>
          <p:spPr>
            <a:xfrm flipV="1">
              <a:off x="4572945" y="2027436"/>
              <a:ext cx="1431259" cy="756996"/>
            </a:xfrm>
            <a:prstGeom prst="line">
              <a:avLst/>
            </a:prstGeom>
            <a:noFill/>
            <a:ln w="12700" cap="flat">
              <a:solidFill>
                <a:srgbClr val="A9A9A9"/>
              </a:solidFill>
              <a:prstDash val="sysDot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3" name="Line"/>
            <p:cNvSpPr/>
            <p:nvPr/>
          </p:nvSpPr>
          <p:spPr>
            <a:xfrm flipV="1">
              <a:off x="311701" y="-1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4" name="Line"/>
            <p:cNvSpPr/>
            <p:nvPr/>
          </p:nvSpPr>
          <p:spPr>
            <a:xfrm flipV="1">
              <a:off x="1750928" y="-1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5" name="Line"/>
            <p:cNvSpPr/>
            <p:nvPr/>
          </p:nvSpPr>
          <p:spPr>
            <a:xfrm flipV="1">
              <a:off x="3129666" y="-1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6" name="Line"/>
            <p:cNvSpPr/>
            <p:nvPr/>
          </p:nvSpPr>
          <p:spPr>
            <a:xfrm flipV="1">
              <a:off x="4643814" y="27081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7" name="Line"/>
            <p:cNvSpPr/>
            <p:nvPr/>
          </p:nvSpPr>
          <p:spPr>
            <a:xfrm flipV="1">
              <a:off x="6098446" y="-1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8" name="Line"/>
            <p:cNvSpPr/>
            <p:nvPr/>
          </p:nvSpPr>
          <p:spPr>
            <a:xfrm flipV="1">
              <a:off x="7563782" y="-1"/>
              <a:ext cx="1" cy="572031"/>
            </a:xfrm>
            <a:prstGeom prst="line">
              <a:avLst/>
            </a:prstGeom>
            <a:noFill/>
            <a:ln w="25400" cap="flat">
              <a:solidFill>
                <a:srgbClr val="A9A9A9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049" name="Transformer layer 3"/>
            <p:cNvSpPr txBox="1"/>
            <p:nvPr/>
          </p:nvSpPr>
          <p:spPr>
            <a:xfrm>
              <a:off x="8337779" y="1002215"/>
              <a:ext cx="3579410" cy="647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000" i="1">
                  <a:solidFill>
                    <a:srgbClr val="941100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Transformer layer 3</a:t>
              </a:r>
            </a:p>
          </p:txBody>
        </p:sp>
        <p:sp>
          <p:nvSpPr>
            <p:cNvPr id="1050" name="Transformer layer 2"/>
            <p:cNvSpPr txBox="1"/>
            <p:nvPr/>
          </p:nvSpPr>
          <p:spPr>
            <a:xfrm>
              <a:off x="8337779" y="3058150"/>
              <a:ext cx="3579410" cy="647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000" i="1">
                  <a:solidFill>
                    <a:srgbClr val="941100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Transformer layer 2</a:t>
              </a:r>
            </a:p>
          </p:txBody>
        </p:sp>
        <p:sp>
          <p:nvSpPr>
            <p:cNvPr id="1051" name="Transformer layer 1"/>
            <p:cNvSpPr txBox="1"/>
            <p:nvPr/>
          </p:nvSpPr>
          <p:spPr>
            <a:xfrm>
              <a:off x="8337779" y="5371095"/>
              <a:ext cx="3579410" cy="647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spcBef>
                  <a:spcPts val="1400"/>
                </a:spcBef>
                <a:defRPr sz="2000" i="1">
                  <a:solidFill>
                    <a:srgbClr val="941100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Transformer layer 1</a:t>
              </a:r>
            </a:p>
          </p:txBody>
        </p:sp>
      </p:grpSp>
      <p:sp>
        <p:nvSpPr>
          <p:cNvPr id="1053" name="RNN"/>
          <p:cNvSpPr txBox="1"/>
          <p:nvPr/>
        </p:nvSpPr>
        <p:spPr>
          <a:xfrm>
            <a:off x="4944831" y="12105445"/>
            <a:ext cx="1515594" cy="88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 b="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defRPr b="0"/>
            </a:pPr>
            <a:r>
              <a:rPr b="1"/>
              <a:t>RNN</a:t>
            </a:r>
          </a:p>
        </p:txBody>
      </p:sp>
      <p:sp>
        <p:nvSpPr>
          <p:cNvPr id="1054" name="Transformer"/>
          <p:cNvSpPr txBox="1"/>
          <p:nvPr/>
        </p:nvSpPr>
        <p:spPr>
          <a:xfrm>
            <a:off x="13756271" y="12105445"/>
            <a:ext cx="4284366" cy="88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 b="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>
              <a:defRPr b="0"/>
            </a:pPr>
            <a:r>
              <a:rPr b="1"/>
              <a:t>Transformer</a:t>
            </a:r>
          </a:p>
        </p:txBody>
      </p:sp>
      <p:sp>
        <p:nvSpPr>
          <p:cNvPr id="10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81</a:t>
            </a:fld>
            <a:endParaRPr/>
          </a:p>
        </p:txBody>
      </p: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Useful Resources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280884"/>
          </a:xfrm>
          <a:prstGeom prst="rect">
            <a:avLst/>
          </a:prstGeom>
        </p:spPr>
        <p:txBody>
          <a:bodyPr/>
          <a:lstStyle/>
          <a:p>
            <a:r>
              <a:t>Useful Resources</a:t>
            </a:r>
          </a:p>
        </p:txBody>
      </p:sp>
      <p:pic>
        <p:nvPicPr>
          <p:cNvPr id="1058" name="Screen Shot 2019-11-13 at 11.47.58 PM.png" descr="Screen Shot 2019-11-13 at 11.47.58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587" y="3372556"/>
            <a:ext cx="13186858" cy="24432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9" name="Screen Shot 2019-11-13 at 11.48.07 PM.png" descr="Screen Shot 2019-11-13 at 11.48.07 PM.png"/>
          <p:cNvPicPr>
            <a:picLocks noChangeAspect="1"/>
          </p:cNvPicPr>
          <p:nvPr/>
        </p:nvPicPr>
        <p:blipFill>
          <a:blip r:embed="rId3"/>
          <a:srcRect r="5374"/>
          <a:stretch>
            <a:fillRect/>
          </a:stretch>
        </p:blipFill>
        <p:spPr>
          <a:xfrm>
            <a:off x="5373067" y="6795492"/>
            <a:ext cx="13637903" cy="2553891"/>
          </a:xfrm>
          <a:prstGeom prst="rect">
            <a:avLst/>
          </a:prstGeom>
          <a:ln w="12700">
            <a:miter lim="400000"/>
          </a:ln>
        </p:spPr>
      </p:pic>
      <p:sp>
        <p:nvSpPr>
          <p:cNvPr id="1060" name="nn.Transformer:"/>
          <p:cNvSpPr txBox="1"/>
          <p:nvPr/>
        </p:nvSpPr>
        <p:spPr>
          <a:xfrm>
            <a:off x="5447503" y="2566498"/>
            <a:ext cx="4633040" cy="960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nn.Transformer:</a:t>
            </a:r>
          </a:p>
        </p:txBody>
      </p:sp>
      <p:sp>
        <p:nvSpPr>
          <p:cNvPr id="1061" name="nn.TransformerEncoder:"/>
          <p:cNvSpPr txBox="1"/>
          <p:nvPr/>
        </p:nvSpPr>
        <p:spPr>
          <a:xfrm>
            <a:off x="5447503" y="5870256"/>
            <a:ext cx="4633040" cy="960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/>
          </a:bodyPr>
          <a:lstStyle>
            <a:lvl1pPr algn="l" defTabSz="690086">
              <a:spcBef>
                <a:spcPts val="1100"/>
              </a:spcBef>
              <a:defRPr sz="3191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nn.TransformerEncoder:</a:t>
            </a:r>
          </a:p>
        </p:txBody>
      </p:sp>
      <p:grpSp>
        <p:nvGrpSpPr>
          <p:cNvPr id="1065" name="Group"/>
          <p:cNvGrpSpPr/>
          <p:nvPr/>
        </p:nvGrpSpPr>
        <p:grpSpPr>
          <a:xfrm>
            <a:off x="5407437" y="9561322"/>
            <a:ext cx="15008012" cy="2784144"/>
            <a:chOff x="0" y="0"/>
            <a:chExt cx="15008010" cy="2784142"/>
          </a:xfrm>
        </p:grpSpPr>
        <p:sp>
          <p:nvSpPr>
            <p:cNvPr id="1062" name="The Annotated Transformer:"/>
            <p:cNvSpPr txBox="1"/>
            <p:nvPr/>
          </p:nvSpPr>
          <p:spPr>
            <a:xfrm>
              <a:off x="0" y="0"/>
              <a:ext cx="5742894" cy="9606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 defTabSz="747593">
                <a:spcBef>
                  <a:spcPts val="1200"/>
                </a:spcBef>
                <a:defRPr sz="3458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The Annotated Transformer:</a:t>
              </a:r>
            </a:p>
          </p:txBody>
        </p:sp>
        <p:sp>
          <p:nvSpPr>
            <p:cNvPr id="1063" name="http://nlp.seas.harvard.edu/2018/04/03/attention.html"/>
            <p:cNvSpPr txBox="1"/>
            <p:nvPr/>
          </p:nvSpPr>
          <p:spPr>
            <a:xfrm>
              <a:off x="966562" y="908167"/>
              <a:ext cx="12286259" cy="11765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 defTabSz="665440">
                <a:spcBef>
                  <a:spcPts val="1100"/>
                </a:spcBef>
                <a:defRPr sz="3078" u="sng">
                  <a:latin typeface="Georgia"/>
                  <a:ea typeface="Georgia"/>
                  <a:cs typeface="Georgia"/>
                  <a:sym typeface="Georgia"/>
                  <a:hlinkClick r:id="rId4"/>
                </a:defRPr>
              </a:lvl1pPr>
            </a:lstStyle>
            <a:p>
              <a:pPr>
                <a:defRPr u="none"/>
              </a:pPr>
              <a:r>
                <a:rPr u="sng">
                  <a:hlinkClick r:id="rId4"/>
                </a:rPr>
                <a:t>http://nlp.seas.harvard.edu/2018/04/03/attention.html</a:t>
              </a:r>
            </a:p>
          </p:txBody>
        </p:sp>
        <p:sp>
          <p:nvSpPr>
            <p:cNvPr id="1064" name="A Jupyter notebook which explains how Transformer works line by line in PyTorch!"/>
            <p:cNvSpPr txBox="1"/>
            <p:nvPr/>
          </p:nvSpPr>
          <p:spPr>
            <a:xfrm>
              <a:off x="979918" y="1607621"/>
              <a:ext cx="14028093" cy="11765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 defTabSz="640794">
                <a:spcBef>
                  <a:spcPts val="1000"/>
                </a:spcBef>
                <a:defRPr sz="2964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A Jupyter notebook which explains how Transformer works line by line in PyTorch!</a:t>
              </a:r>
            </a:p>
          </p:txBody>
        </p:sp>
      </p:grpSp>
      <p:sp>
        <p:nvSpPr>
          <p:cNvPr id="10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82</a:t>
            </a:fld>
            <a:endParaRPr/>
          </a:p>
        </p:txBody>
      </p:sp>
      <p:sp>
        <p:nvSpPr>
          <p:cNvPr id="1067" name="Other details…"/>
          <p:cNvSpPr txBox="1"/>
          <p:nvPr/>
        </p:nvSpPr>
        <p:spPr>
          <a:xfrm>
            <a:off x="432716" y="7286219"/>
            <a:ext cx="4633039" cy="4993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defRPr sz="3200"/>
            </a:pPr>
            <a:r>
              <a:t>Other details</a:t>
            </a:r>
          </a:p>
          <a:p>
            <a:pPr marL="611187" indent="-611187" algn="l">
              <a:buSzPct val="145000"/>
              <a:buChar char="•"/>
              <a:defRPr sz="3200"/>
            </a:pPr>
            <a:r>
              <a:t>Learning rate with warmup and decay</a:t>
            </a:r>
          </a:p>
          <a:p>
            <a:pPr algn="l">
              <a:defRPr sz="3200"/>
            </a:pPr>
            <a:endParaRPr/>
          </a:p>
          <a:p>
            <a:pPr marL="611187" indent="-611187" algn="l">
              <a:buSzPct val="145000"/>
              <a:buChar char="•"/>
              <a:defRPr sz="3200"/>
            </a:pPr>
            <a:r>
              <a:t>Label smoothing</a:t>
            </a:r>
          </a:p>
        </p:txBody>
      </p:sp>
      <p:pic>
        <p:nvPicPr>
          <p:cNvPr id="106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716" y="7286219"/>
            <a:ext cx="4490037" cy="2833519"/>
          </a:xfrm>
          <a:prstGeom prst="rect">
            <a:avLst/>
          </a:prstGeom>
          <a:ln w="12700">
            <a:miter lim="400000"/>
          </a:ln>
        </p:spPr>
      </p:pic>
      <p:sp>
        <p:nvSpPr>
          <p:cNvPr id="1069" name="Pytorch (https://pytorch.org/docs/stable/nn.html#transformer-layers)"/>
          <p:cNvSpPr txBox="1"/>
          <p:nvPr/>
        </p:nvSpPr>
        <p:spPr>
          <a:xfrm>
            <a:off x="5427326" y="1792361"/>
            <a:ext cx="11870126" cy="9606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 defTabSz="616148">
              <a:spcBef>
                <a:spcPts val="1000"/>
              </a:spcBef>
              <a:defRPr sz="2850">
                <a:latin typeface="Georgia"/>
                <a:ea typeface="Georgia"/>
                <a:cs typeface="Georgia"/>
                <a:sym typeface="Georgia"/>
              </a:defRPr>
            </a:pPr>
            <a:r>
              <a:rPr sz="3300"/>
              <a:t>Pytorch</a:t>
            </a:r>
            <a:r>
              <a:t> (</a:t>
            </a:r>
            <a:r>
              <a:rPr u="sng">
                <a:hlinkClick r:id="rId6"/>
              </a:rPr>
              <a:t>https://pytorch.org/docs/stable/nn.html#transformer-layers</a:t>
            </a:r>
            <a:r>
              <a:t>)</a:t>
            </a:r>
          </a:p>
        </p:txBody>
      </p:sp>
      <p:grpSp>
        <p:nvGrpSpPr>
          <p:cNvPr id="1072" name="Group"/>
          <p:cNvGrpSpPr/>
          <p:nvPr/>
        </p:nvGrpSpPr>
        <p:grpSpPr>
          <a:xfrm>
            <a:off x="19142741" y="4497645"/>
            <a:ext cx="5113692" cy="2043263"/>
            <a:chOff x="0" y="0"/>
            <a:chExt cx="5113690" cy="2043262"/>
          </a:xfrm>
        </p:grpSpPr>
        <p:pic>
          <p:nvPicPr>
            <p:cNvPr id="1070" name="Screen Shot 2020-03-13 at 7.23.04 PM.png" descr="Screen Shot 2020-03-13 at 7.23.04 PM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3790795" cy="7830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71" name="https://github.com/huggingface/transformers"/>
            <p:cNvSpPr txBox="1"/>
            <p:nvPr/>
          </p:nvSpPr>
          <p:spPr>
            <a:xfrm>
              <a:off x="105986" y="875751"/>
              <a:ext cx="5007705" cy="1167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 algn="l" defTabSz="457200">
                <a:lnSpc>
                  <a:spcPts val="5700"/>
                </a:lnSpc>
                <a:defRPr sz="3600" u="sng">
                  <a:solidFill>
                    <a:srgbClr val="0000EE"/>
                  </a:solidFill>
                  <a:latin typeface="Times Roman"/>
                  <a:ea typeface="Times Roman"/>
                  <a:cs typeface="Times Roman"/>
                  <a:sym typeface="Times Roman"/>
                  <a:hlinkClick r:id="rId8"/>
                </a:defRPr>
              </a:lvl1pPr>
            </a:lstStyle>
            <a:p>
              <a:r>
                <a:rPr>
                  <a:hlinkClick r:id="rId8"/>
                </a:rPr>
                <a:t>https://github.com/huggingface/transformers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" grpId="0" animBg="1" advAuto="0"/>
      <p:bldP spid="1067" grpId="0" animBg="1" advAuto="0"/>
      <p:bldP spid="1072" grpId="0" animBg="1" advAuto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Useful resour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Useful resources</a:t>
            </a:r>
          </a:p>
        </p:txBody>
      </p:sp>
      <p:sp>
        <p:nvSpPr>
          <p:cNvPr id="1075" name="Illustrated transformer: https://jalammar.github.io/illustrated-transformer/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Illustrated transformer: </a:t>
            </a:r>
            <a:r>
              <a:rPr u="sng">
                <a:hlinkClick r:id="rId2"/>
              </a:rPr>
              <a:t>https://jalammar.github.io/illustrated-transformer/</a:t>
            </a:r>
          </a:p>
          <a:p>
            <a:pPr lvl="1"/>
            <a:r>
              <a:t>1.5 hour course on </a:t>
            </a:r>
            <a:r>
              <a:rPr u="sng">
                <a:hlinkClick r:id="rId3"/>
              </a:rPr>
              <a:t>transformer-based LLMs</a:t>
            </a:r>
          </a:p>
          <a:p>
            <a:pPr marL="527843" indent="-527843"/>
            <a:r>
              <a:t>3Blue1Brown: </a:t>
            </a:r>
            <a:r>
              <a:rPr u="sng">
                <a:hlinkClick r:id="rId4"/>
              </a:rPr>
              <a:t>https://www.youtube.com/watch?v=eMlx5fFNoYc</a:t>
            </a:r>
          </a:p>
          <a:p>
            <a:pPr marL="527843" indent="-527843"/>
            <a:r>
              <a:t>With code: </a:t>
            </a:r>
            <a:r>
              <a:rPr u="sng">
                <a:hlinkClick r:id="rId5"/>
              </a:rPr>
              <a:t>https://d2l.ai/chapter_attention-mechanisms-and-transformers/transformer.html</a:t>
            </a:r>
          </a:p>
        </p:txBody>
      </p:sp>
      <p:sp>
        <p:nvSpPr>
          <p:cNvPr id="10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83</a:t>
            </a:fld>
            <a:endParaRPr/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erfomance on machine transl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Perfomance on machine translation</a:t>
            </a:r>
          </a:p>
        </p:txBody>
      </p:sp>
      <p:sp>
        <p:nvSpPr>
          <p:cNvPr id="1079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84</a:t>
            </a:fld>
            <a:endParaRPr/>
          </a:p>
        </p:txBody>
      </p:sp>
      <p:pic>
        <p:nvPicPr>
          <p:cNvPr id="108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590" y="3912787"/>
            <a:ext cx="18332858" cy="7943233"/>
          </a:xfrm>
          <a:prstGeom prst="rect">
            <a:avLst/>
          </a:prstGeom>
          <a:ln w="12700">
            <a:miter lim="400000"/>
          </a:ln>
        </p:spPr>
      </p:pic>
      <p:sp>
        <p:nvSpPr>
          <p:cNvPr id="1082" name="Attention is all you need…"/>
          <p:cNvSpPr txBox="1"/>
          <p:nvPr/>
        </p:nvSpPr>
        <p:spPr>
          <a:xfrm>
            <a:off x="10490512" y="11651811"/>
            <a:ext cx="5273777" cy="1109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 i="1"/>
            </a:pPr>
            <a:r>
              <a:t>Attention is all you need</a:t>
            </a:r>
          </a:p>
          <a:p>
            <a:pPr>
              <a:defRPr sz="3200"/>
            </a:pPr>
            <a:r>
              <a:t>Vaswani et al, NeurIPS 2017</a:t>
            </a:r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Transformer Pros and Cons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Transformer Pros and Cons</a:t>
            </a:r>
          </a:p>
        </p:txBody>
      </p:sp>
      <p:sp>
        <p:nvSpPr>
          <p:cNvPr id="1085" name="Pros…"/>
          <p:cNvSpPr txBox="1">
            <a:spLocks noGrp="1"/>
          </p:cNvSpPr>
          <p:nvPr>
            <p:ph type="body" idx="1"/>
          </p:nvPr>
        </p:nvSpPr>
        <p:spPr>
          <a:xfrm>
            <a:off x="3301634" y="2344623"/>
            <a:ext cx="18698917" cy="10547399"/>
          </a:xfrm>
          <a:prstGeom prst="rect">
            <a:avLst/>
          </a:prstGeom>
        </p:spPr>
        <p:txBody>
          <a:bodyPr/>
          <a:lstStyle/>
          <a:p>
            <a:pPr marL="567055" indent="-567055" defTabSz="772239">
              <a:spcBef>
                <a:spcPts val="1300"/>
              </a:spcBef>
              <a:defRPr sz="3948"/>
            </a:pPr>
            <a:r>
              <a:t>Pros</a:t>
            </a:r>
          </a:p>
          <a:p>
            <a:pPr marL="984885" lvl="1" indent="-567055" defTabSz="772239">
              <a:spcBef>
                <a:spcPts val="1300"/>
              </a:spcBef>
              <a:defRPr sz="3948"/>
            </a:pP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Easier to capture dependencies</a:t>
            </a:r>
            <a:r>
              <a:t>: we draw attention between every pair of words</a:t>
            </a:r>
          </a:p>
          <a:p>
            <a:pPr marL="984885" lvl="1" indent="-567055" defTabSz="772239">
              <a:spcBef>
                <a:spcPts val="1300"/>
              </a:spcBef>
              <a:defRPr sz="3948"/>
            </a:pPr>
            <a:r>
              <a:rPr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</a:rPr>
              <a:t>Easier to parallelize</a:t>
            </a:r>
            <a:r>
              <a:t> (matrix operations)</a:t>
            </a:r>
          </a:p>
          <a:p>
            <a:pPr marL="567055" indent="-567055" defTabSz="772239">
              <a:spcBef>
                <a:spcPts val="1300"/>
              </a:spcBef>
              <a:defRPr sz="3948"/>
            </a:pPr>
            <a:endParaRPr/>
          </a:p>
          <a:p>
            <a:pPr marL="567055" indent="-567055" defTabSz="772239">
              <a:spcBef>
                <a:spcPts val="1300"/>
              </a:spcBef>
              <a:defRPr sz="3948"/>
            </a:pPr>
            <a:r>
              <a:t>Cons</a:t>
            </a:r>
          </a:p>
          <a:p>
            <a:pPr marL="984885" lvl="1" indent="-567055" defTabSz="772239">
              <a:spcBef>
                <a:spcPts val="1300"/>
              </a:spcBef>
              <a:defRPr sz="3948"/>
            </a:pPr>
            <a:r>
              <a:rPr>
                <a:solidFill>
                  <a:schemeClr val="accent5">
                    <a:lumOff val="-29866"/>
                  </a:schemeClr>
                </a:solidFill>
              </a:rPr>
              <a:t>Quadratic computation in self-attention</a:t>
            </a:r>
            <a:r>
              <a:t> </a:t>
            </a:r>
          </a:p>
          <a:p>
            <a:pPr marL="1402714" lvl="2" indent="-567055" defTabSz="772239">
              <a:spcBef>
                <a:spcPts val="1300"/>
              </a:spcBef>
              <a:defRPr sz="3948"/>
            </a:pPr>
            <a:r>
              <a:t>Can become very slow when the sequence length is large</a:t>
            </a:r>
          </a:p>
          <a:p>
            <a:pPr marL="984885" lvl="1" indent="-567055" defTabSz="772239">
              <a:spcBef>
                <a:spcPts val="1300"/>
              </a:spcBef>
              <a:defRPr sz="3948">
                <a:solidFill>
                  <a:schemeClr val="accent5">
                    <a:lumOff val="-29866"/>
                  </a:schemeClr>
                </a:solidFill>
              </a:defRPr>
            </a:pPr>
            <a:r>
              <a:t>Are these positional representations enough to capture positional information? </a:t>
            </a:r>
          </a:p>
        </p:txBody>
      </p:sp>
      <p:pic>
        <p:nvPicPr>
          <p:cNvPr id="1086" name="Image" descr="Image"/>
          <p:cNvPicPr>
            <a:picLocks noChangeAspect="1"/>
          </p:cNvPicPr>
          <p:nvPr/>
        </p:nvPicPr>
        <p:blipFill>
          <a:blip r:embed="rId2"/>
          <a:srcRect l="32467" t="45145" b="15880"/>
          <a:stretch>
            <a:fillRect/>
          </a:stretch>
        </p:blipFill>
        <p:spPr>
          <a:xfrm>
            <a:off x="3301635" y="2344623"/>
            <a:ext cx="12498272" cy="3588392"/>
          </a:xfrm>
          <a:prstGeom prst="rect">
            <a:avLst/>
          </a:prstGeom>
          <a:ln w="12700">
            <a:miter lim="400000"/>
          </a:ln>
        </p:spPr>
      </p:pic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85</a:t>
            </a:fld>
            <a:endParaRPr/>
          </a:p>
        </p:txBody>
      </p:sp>
      <p:grpSp>
        <p:nvGrpSpPr>
          <p:cNvPr id="1091" name="Group"/>
          <p:cNvGrpSpPr/>
          <p:nvPr/>
        </p:nvGrpSpPr>
        <p:grpSpPr>
          <a:xfrm>
            <a:off x="14527855" y="4636323"/>
            <a:ext cx="4748562" cy="2208154"/>
            <a:chOff x="0" y="0"/>
            <a:chExt cx="4748560" cy="22081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8" name="Equation"/>
                <p:cNvSpPr txBox="1"/>
                <p:nvPr/>
              </p:nvSpPr>
              <p:spPr>
                <a:xfrm>
                  <a:off x="0" y="0"/>
                  <a:ext cx="4748561" cy="53964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p>
                        </m:sSup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4000"/>
                </a:p>
              </p:txBody>
            </p:sp>
          </mc:Choice>
          <mc:Fallback>
            <p:sp>
              <p:nvSpPr>
                <p:cNvPr id="108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4748561" cy="539642"/>
                </a:xfrm>
                <a:prstGeom prst="rect">
                  <a:avLst/>
                </a:prstGeom>
                <a:blipFill>
                  <a:blip r:embed="rId3"/>
                  <a:stretch>
                    <a:fillRect r="-10655" b="-1477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9" name="Equation"/>
                <p:cNvSpPr txBox="1"/>
                <p:nvPr/>
              </p:nvSpPr>
              <p:spPr>
                <a:xfrm>
                  <a:off x="0" y="853452"/>
                  <a:ext cx="4708127" cy="50593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p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4000"/>
                </a:p>
              </p:txBody>
            </p:sp>
          </mc:Choice>
          <mc:Fallback>
            <p:sp>
              <p:nvSpPr>
                <p:cNvPr id="108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853452"/>
                  <a:ext cx="4708127" cy="505934"/>
                </a:xfrm>
                <a:prstGeom prst="rect">
                  <a:avLst/>
                </a:prstGeom>
                <a:blipFill>
                  <a:blip r:embed="rId4"/>
                  <a:stretch>
                    <a:fillRect r="-12290" b="-1325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0" name="Equation"/>
                <p:cNvSpPr txBox="1"/>
                <p:nvPr/>
              </p:nvSpPr>
              <p:spPr>
                <a:xfrm>
                  <a:off x="0" y="1702220"/>
                  <a:ext cx="4618467" cy="50593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</m:sSup>
                        <m:r>
                          <a:rPr sz="4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sSub>
                              <m:sSubPr>
                                <m:ctrlP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sz="4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sz="4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sz="4000"/>
                </a:p>
              </p:txBody>
            </p:sp>
          </mc:Choice>
          <mc:Fallback>
            <p:sp>
              <p:nvSpPr>
                <p:cNvPr id="109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702220"/>
                  <a:ext cx="4618467" cy="505933"/>
                </a:xfrm>
                <a:prstGeom prst="rect">
                  <a:avLst/>
                </a:prstGeom>
                <a:blipFill>
                  <a:blip r:embed="rId5"/>
                  <a:stretch>
                    <a:fillRect r="-12269" b="-1325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" grpId="0" animBg="1" advAuto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Transformers for pretraining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737615"/>
          </a:xfrm>
          <a:prstGeom prst="rect">
            <a:avLst/>
          </a:prstGeom>
        </p:spPr>
        <p:txBody>
          <a:bodyPr/>
          <a:lstStyle/>
          <a:p>
            <a:r>
              <a:t>Transformers for pretraining</a:t>
            </a:r>
          </a:p>
        </p:txBody>
      </p:sp>
      <p:sp>
        <p:nvSpPr>
          <p:cNvPr id="1094" name="Masked language models…"/>
          <p:cNvSpPr txBox="1">
            <a:spLocks noGrp="1"/>
          </p:cNvSpPr>
          <p:nvPr>
            <p:ph type="body" sz="quarter" idx="1"/>
          </p:nvPr>
        </p:nvSpPr>
        <p:spPr>
          <a:xfrm>
            <a:off x="993909" y="10229413"/>
            <a:ext cx="6968439" cy="2614480"/>
          </a:xfrm>
          <a:prstGeom prst="rect">
            <a:avLst/>
          </a:prstGeom>
        </p:spPr>
        <p:txBody>
          <a:bodyPr/>
          <a:lstStyle/>
          <a:p>
            <a:pPr marL="542925" indent="-542925" defTabSz="739378">
              <a:spcBef>
                <a:spcPts val="1200"/>
              </a:spcBef>
              <a:defRPr sz="3420"/>
            </a:pPr>
            <a:r>
              <a:t>Masked language models</a:t>
            </a:r>
            <a:endParaRPr sz="1079">
              <a:latin typeface="Times Roman"/>
              <a:ea typeface="Times Roman"/>
              <a:cs typeface="Times Roman"/>
              <a:sym typeface="Times Roman"/>
            </a:endParaRPr>
          </a:p>
          <a:p>
            <a:pPr marL="542925" indent="-542925" defTabSz="739378">
              <a:spcBef>
                <a:spcPts val="1200"/>
              </a:spcBef>
              <a:defRPr sz="3420"/>
            </a:pPr>
            <a:r>
              <a:t>Bidirectional context</a:t>
            </a:r>
            <a:endParaRPr sz="1079">
              <a:latin typeface="Times Roman"/>
              <a:ea typeface="Times Roman"/>
              <a:cs typeface="Times Roman"/>
              <a:sym typeface="Times Roman"/>
            </a:endParaRPr>
          </a:p>
          <a:p>
            <a:pPr marL="542925" indent="-542925" defTabSz="739378">
              <a:spcBef>
                <a:spcPts val="1200"/>
              </a:spcBef>
              <a:defRPr sz="3420"/>
            </a:pPr>
            <a:r>
              <a:t>BERT + variants (e.g. RoBERTa)</a:t>
            </a:r>
            <a:endParaRPr sz="1079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0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86</a:t>
            </a:fld>
            <a:endParaRPr/>
          </a:p>
        </p:txBody>
      </p:sp>
      <p:pic>
        <p:nvPicPr>
          <p:cNvPr id="109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95" y="5221259"/>
            <a:ext cx="7135667" cy="49194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7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922" y="5361140"/>
            <a:ext cx="6842920" cy="46397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7341" y="4777384"/>
            <a:ext cx="5871856" cy="5237061"/>
          </a:xfrm>
          <a:prstGeom prst="rect">
            <a:avLst/>
          </a:prstGeom>
          <a:ln w="12700">
            <a:miter lim="400000"/>
          </a:ln>
        </p:spPr>
      </p:pic>
      <p:sp>
        <p:nvSpPr>
          <p:cNvPr id="1099" name="Language models…"/>
          <p:cNvSpPr txBox="1"/>
          <p:nvPr/>
        </p:nvSpPr>
        <p:spPr>
          <a:xfrm>
            <a:off x="8521125" y="10229413"/>
            <a:ext cx="6968439" cy="2614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marL="585152" indent="-585152" algn="l" defTabSz="796885">
              <a:spcBef>
                <a:spcPts val="1300"/>
              </a:spcBef>
              <a:buSzPct val="145000"/>
              <a:buChar char="•"/>
              <a:defRPr sz="3686">
                <a:latin typeface="Georgia"/>
                <a:ea typeface="Georgia"/>
                <a:cs typeface="Georgia"/>
                <a:sym typeface="Georgia"/>
              </a:defRPr>
            </a:pPr>
            <a:r>
              <a:t>Language models</a:t>
            </a:r>
            <a:endParaRPr sz="1164">
              <a:latin typeface="Times Roman"/>
              <a:ea typeface="Times Roman"/>
              <a:cs typeface="Times Roman"/>
              <a:sym typeface="Times Roman"/>
            </a:endParaRPr>
          </a:p>
          <a:p>
            <a:pPr marL="585152" indent="-585152" algn="l" defTabSz="796885">
              <a:spcBef>
                <a:spcPts val="1300"/>
              </a:spcBef>
              <a:buSzPct val="145000"/>
              <a:buChar char="•"/>
              <a:defRPr sz="3686">
                <a:latin typeface="Georgia"/>
                <a:ea typeface="Georgia"/>
                <a:cs typeface="Georgia"/>
                <a:sym typeface="Georgia"/>
              </a:defRPr>
            </a:pPr>
            <a:r>
              <a:t>Can’t condition on future words, good for generation</a:t>
            </a:r>
            <a:endParaRPr sz="1164">
              <a:latin typeface="Times Roman"/>
              <a:ea typeface="Times Roman"/>
              <a:cs typeface="Times Roman"/>
              <a:sym typeface="Times Roman"/>
            </a:endParaRPr>
          </a:p>
          <a:p>
            <a:pPr marL="585152" indent="-585152" algn="l" defTabSz="796885">
              <a:spcBef>
                <a:spcPts val="1300"/>
              </a:spcBef>
              <a:buSzPct val="145000"/>
              <a:buChar char="•"/>
              <a:defRPr sz="3686">
                <a:latin typeface="Georgia"/>
                <a:ea typeface="Georgia"/>
                <a:cs typeface="Georgia"/>
                <a:sym typeface="Georgia"/>
              </a:defRPr>
            </a:pPr>
            <a:r>
              <a:t>GPT, LLaMa, PaLM</a:t>
            </a:r>
          </a:p>
        </p:txBody>
      </p:sp>
      <p:sp>
        <p:nvSpPr>
          <p:cNvPr id="1100" name="Combine benefits of both…"/>
          <p:cNvSpPr txBox="1"/>
          <p:nvPr/>
        </p:nvSpPr>
        <p:spPr>
          <a:xfrm>
            <a:off x="15855123" y="9989301"/>
            <a:ext cx="6968439" cy="2614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Combine benefits of both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Original Transformer, UniLM, BART, T5</a:t>
            </a:r>
          </a:p>
        </p:txBody>
      </p:sp>
      <p:sp>
        <p:nvSpPr>
          <p:cNvPr id="1101" name="Encoder only"/>
          <p:cNvSpPr txBox="1"/>
          <p:nvPr/>
        </p:nvSpPr>
        <p:spPr>
          <a:xfrm>
            <a:off x="1289055" y="4155312"/>
            <a:ext cx="6378147" cy="1446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5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Encoder only</a:t>
            </a:r>
          </a:p>
        </p:txBody>
      </p:sp>
      <p:sp>
        <p:nvSpPr>
          <p:cNvPr id="1102" name="Decoder only"/>
          <p:cNvSpPr txBox="1"/>
          <p:nvPr/>
        </p:nvSpPr>
        <p:spPr>
          <a:xfrm>
            <a:off x="8611308" y="4155312"/>
            <a:ext cx="6378147" cy="1446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5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Decoder only</a:t>
            </a:r>
          </a:p>
        </p:txBody>
      </p:sp>
      <p:sp>
        <p:nvSpPr>
          <p:cNvPr id="1103" name="Encoder-Decoder"/>
          <p:cNvSpPr txBox="1"/>
          <p:nvPr/>
        </p:nvSpPr>
        <p:spPr>
          <a:xfrm>
            <a:off x="15732768" y="3953843"/>
            <a:ext cx="6378147" cy="1446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defRPr sz="540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Encoder-Decoder</a:t>
            </a:r>
          </a:p>
        </p:txBody>
      </p:sp>
      <p:sp>
        <p:nvSpPr>
          <p:cNvPr id="1104" name="Self-supervised Transformer based models shattered language understanding benchmarks in NLP in 2018.…"/>
          <p:cNvSpPr txBox="1"/>
          <p:nvPr/>
        </p:nvSpPr>
        <p:spPr>
          <a:xfrm>
            <a:off x="1137958" y="1912825"/>
            <a:ext cx="21324848" cy="261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228600" indent="-228600" algn="l" defTabSz="457200">
              <a:spcBef>
                <a:spcPts val="2000"/>
              </a:spcBef>
              <a:buSzPct val="100000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pPr>
            <a:r>
              <a:t> Self-supervised Transformer based models shattered language understanding benchmarks in NLP in 2018.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  <a:p>
            <a:pPr marL="228600" indent="-228600" algn="l" defTabSz="457200">
              <a:spcBef>
                <a:spcPts val="2000"/>
              </a:spcBef>
              <a:buSzPct val="100000"/>
              <a:buChar char="•"/>
              <a:defRPr sz="3800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Trained on large text corpus with self-supervised objectives and then transferred.</a:t>
            </a:r>
          </a:p>
        </p:txBody>
      </p:sp>
      <p:sp>
        <p:nvSpPr>
          <p:cNvPr id="1105" name="Slide adapted from: Stanford CS224n, John Hewitt"/>
          <p:cNvSpPr txBox="1"/>
          <p:nvPr/>
        </p:nvSpPr>
        <p:spPr>
          <a:xfrm>
            <a:off x="233533" y="12932576"/>
            <a:ext cx="8205293" cy="56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r">
              <a:defRPr sz="2800" i="1">
                <a:solidFill>
                  <a:srgbClr val="5E5E5E"/>
                </a:solidFill>
              </a:defRPr>
            </a:lvl1pPr>
          </a:lstStyle>
          <a:p>
            <a:r>
              <a:t>Slide adapted from: Stanford CS224n, John Hewitt</a:t>
            </a: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8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87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5298</Words>
  <Application>Microsoft Office PowerPoint</Application>
  <PresentationFormat>Custom</PresentationFormat>
  <Paragraphs>850</Paragraphs>
  <Slides>87</Slides>
  <Notes>18</Notes>
  <HiddenSlides>20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9" baseType="lpstr">
      <vt:lpstr>Avenir Book</vt:lpstr>
      <vt:lpstr>Helvetica Light</vt:lpstr>
      <vt:lpstr>Helvetica Neue</vt:lpstr>
      <vt:lpstr>Helvetica Neue Light</vt:lpstr>
      <vt:lpstr>Helvetica Neue Thin</vt:lpstr>
      <vt:lpstr>Times Roman</vt:lpstr>
      <vt:lpstr>Arial</vt:lpstr>
      <vt:lpstr>Calibri</vt:lpstr>
      <vt:lpstr>Cambria Math</vt:lpstr>
      <vt:lpstr>Georgia</vt:lpstr>
      <vt:lpstr>Helvetica</vt:lpstr>
      <vt:lpstr>White</vt:lpstr>
      <vt:lpstr>CMPT 413/713: Natural Language Processing</vt:lpstr>
      <vt:lpstr>Review of attention in sequence to sequence models</vt:lpstr>
      <vt:lpstr>Attentive machine translation summary</vt:lpstr>
      <vt:lpstr>Attentive machine translation summary</vt:lpstr>
      <vt:lpstr>Summary of attention</vt:lpstr>
      <vt:lpstr>Motivation of attention</vt:lpstr>
      <vt:lpstr>Attention is a general deep learning technique</vt:lpstr>
      <vt:lpstr>Attention is always computed the same way</vt:lpstr>
      <vt:lpstr>Query-Value-Key view of attention</vt:lpstr>
      <vt:lpstr>General form of attention: key-value-query</vt:lpstr>
      <vt:lpstr>PowerPoint Presentation</vt:lpstr>
      <vt:lpstr>Transformers</vt:lpstr>
      <vt:lpstr>Z</vt:lpstr>
      <vt:lpstr>PowerPoint Presentation</vt:lpstr>
      <vt:lpstr>Transformers are the basis of modern LLMs</vt:lpstr>
      <vt:lpstr>Transformers for Language Modeling</vt:lpstr>
      <vt:lpstr>Transformers</vt:lpstr>
      <vt:lpstr>Understanding transformers</vt:lpstr>
      <vt:lpstr>Multi-head self-attention</vt:lpstr>
      <vt:lpstr>Multi-head self-attention</vt:lpstr>
      <vt:lpstr>Recall: attention</vt:lpstr>
      <vt:lpstr>Recall: attention</vt:lpstr>
      <vt:lpstr>Types of attention</vt:lpstr>
      <vt:lpstr>PowerPoint Presentation</vt:lpstr>
      <vt:lpstr>PowerPoint Presentation</vt:lpstr>
      <vt:lpstr>Self Attention</vt:lpstr>
      <vt:lpstr>Self-Attention</vt:lpstr>
      <vt:lpstr>How to get key-value-query for each word?</vt:lpstr>
      <vt:lpstr>PowerPoint Presentation</vt:lpstr>
      <vt:lpstr>Recall: types of attention</vt:lpstr>
      <vt:lpstr>Scaled dot-product attention</vt:lpstr>
      <vt:lpstr>Scaled dot product attention</vt:lpstr>
      <vt:lpstr>PowerPoint Presentation</vt:lpstr>
      <vt:lpstr>Self-attention in equations</vt:lpstr>
      <vt:lpstr>Why scaled?</vt:lpstr>
      <vt:lpstr>Self-attention: matrix notation</vt:lpstr>
      <vt:lpstr>PowerPoint Presentation</vt:lpstr>
      <vt:lpstr>Multi-head self-attention</vt:lpstr>
      <vt:lpstr>PowerPoint Presentation</vt:lpstr>
      <vt:lpstr>PowerPoint Presentation</vt:lpstr>
      <vt:lpstr>PowerPoint Presentation</vt:lpstr>
      <vt:lpstr>PowerPoint Presentation</vt:lpstr>
      <vt:lpstr>Multi-head self-attention</vt:lpstr>
      <vt:lpstr>Why different heads?</vt:lpstr>
      <vt:lpstr>Multiple heads</vt:lpstr>
      <vt:lpstr>Multi-head attention</vt:lpstr>
      <vt:lpstr>Summary: Multi-head Self Attention</vt:lpstr>
      <vt:lpstr>Summary: Multi-head Self Attention</vt:lpstr>
      <vt:lpstr>Transformer Encoder</vt:lpstr>
      <vt:lpstr>Adding nonlinearities</vt:lpstr>
      <vt:lpstr>Transformer Encoder</vt:lpstr>
      <vt:lpstr>Residual Connections</vt:lpstr>
      <vt:lpstr>Residual connections and Layer Normalization</vt:lpstr>
      <vt:lpstr>Add &amp; Norm</vt:lpstr>
      <vt:lpstr>Transformer Encoder</vt:lpstr>
      <vt:lpstr>Positional encoding</vt:lpstr>
      <vt:lpstr>Positional encoding</vt:lpstr>
      <vt:lpstr>Positional encoding </vt:lpstr>
      <vt:lpstr>Transformer encoder</vt:lpstr>
      <vt:lpstr>Transformer decoder</vt:lpstr>
      <vt:lpstr>Subword modeling</vt:lpstr>
      <vt:lpstr>PowerPoint Presentation</vt:lpstr>
      <vt:lpstr>Subword modeling</vt:lpstr>
      <vt:lpstr>Linguistic Basis</vt:lpstr>
      <vt:lpstr>Used in recent SOTA models</vt:lpstr>
      <vt:lpstr>NN over characters to build word representations</vt:lpstr>
      <vt:lpstr>Ways to incorporate sub-words</vt:lpstr>
      <vt:lpstr>Byte Pair Encoding</vt:lpstr>
      <vt:lpstr>Byte Pair Encoding</vt:lpstr>
      <vt:lpstr>Byte Pair Encoding</vt:lpstr>
      <vt:lpstr>Byte Pair Encoding</vt:lpstr>
      <vt:lpstr>Byte Pair Encoding</vt:lpstr>
      <vt:lpstr>Byte Pair Encoding</vt:lpstr>
      <vt:lpstr>Wordpiece/Sentencepiece</vt:lpstr>
      <vt:lpstr>Wordpiece/Sentencepiece</vt:lpstr>
      <vt:lpstr>Wordpiece/Sentencepiece</vt:lpstr>
      <vt:lpstr>Unigram</vt:lpstr>
      <vt:lpstr>Unigram algorithm</vt:lpstr>
      <vt:lpstr>Do we need all these heads?</vt:lpstr>
      <vt:lpstr>Do we need all these heads?</vt:lpstr>
      <vt:lpstr>RNNs vs Transformers</vt:lpstr>
      <vt:lpstr>Useful Resources</vt:lpstr>
      <vt:lpstr>Useful resources</vt:lpstr>
      <vt:lpstr>Perfomance on machine translation</vt:lpstr>
      <vt:lpstr>Transformer Pros and Cons</vt:lpstr>
      <vt:lpstr>Transformers for pretraining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Peng</cp:lastModifiedBy>
  <cp:revision>1</cp:revision>
  <dcterms:modified xsi:type="dcterms:W3CDTF">2026-10-28T06:07:49Z</dcterms:modified>
</cp:coreProperties>
</file>