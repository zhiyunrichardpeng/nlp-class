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35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F4FB46B1-9455-430A-BAF3-CDA47ACAC4FA}"/>
    <pc:docChg chg="undo custSel addSld delSld modSld">
      <pc:chgData name="Richard Peng" userId="9a3a89ac-6dd8-4a6b-97d3-85a7a6a6f053" providerId="ADAL" clId="{F4FB46B1-9455-430A-BAF3-CDA47ACAC4FA}" dt="2026-10-16T07:05:55.718" v="212" actId="729"/>
      <pc:docMkLst>
        <pc:docMk/>
      </pc:docMkLst>
      <pc:sldChg chg="modSp del mod">
        <pc:chgData name="Richard Peng" userId="9a3a89ac-6dd8-4a6b-97d3-85a7a6a6f053" providerId="ADAL" clId="{F4FB46B1-9455-430A-BAF3-CDA47ACAC4FA}" dt="2026-10-16T00:47:26.491" v="38" actId="47"/>
        <pc:sldMkLst>
          <pc:docMk/>
          <pc:sldMk cId="0" sldId="256"/>
        </pc:sldMkLst>
        <pc:spChg chg="mod">
          <ac:chgData name="Richard Peng" userId="9a3a89ac-6dd8-4a6b-97d3-85a7a6a6f053" providerId="ADAL" clId="{F4FB46B1-9455-430A-BAF3-CDA47ACAC4FA}" dt="2026-10-16T00:45:15.979" v="20" actId="27636"/>
          <ac:spMkLst>
            <pc:docMk/>
            <pc:sldMk cId="0" sldId="256"/>
            <ac:spMk id="141" creationId="{00000000-0000-0000-0000-000000000000}"/>
          </ac:spMkLst>
        </pc:spChg>
      </pc:sldChg>
      <pc:sldChg chg="modSp mod">
        <pc:chgData name="Richard Peng" userId="9a3a89ac-6dd8-4a6b-97d3-85a7a6a6f053" providerId="ADAL" clId="{F4FB46B1-9455-430A-BAF3-CDA47ACAC4FA}" dt="2026-10-16T00:45:15.440" v="3" actId="27636"/>
        <pc:sldMkLst>
          <pc:docMk/>
          <pc:sldMk cId="0" sldId="262"/>
        </pc:sldMkLst>
        <pc:spChg chg="mod">
          <ac:chgData name="Richard Peng" userId="9a3a89ac-6dd8-4a6b-97d3-85a7a6a6f053" providerId="ADAL" clId="{F4FB46B1-9455-430A-BAF3-CDA47ACAC4FA}" dt="2026-10-16T00:45:15.439" v="2" actId="27636"/>
          <ac:spMkLst>
            <pc:docMk/>
            <pc:sldMk cId="0" sldId="262"/>
            <ac:spMk id="212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38" v="1" actId="27636"/>
          <ac:spMkLst>
            <pc:docMk/>
            <pc:sldMk cId="0" sldId="262"/>
            <ac:spMk id="213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40" v="3" actId="27636"/>
          <ac:spMkLst>
            <pc:docMk/>
            <pc:sldMk cId="0" sldId="262"/>
            <ac:spMk id="233" creationId="{00000000-0000-0000-0000-000000000000}"/>
          </ac:spMkLst>
        </pc:spChg>
      </pc:sldChg>
      <pc:sldChg chg="addSp delSp modSp mod">
        <pc:chgData name="Richard Peng" userId="9a3a89ac-6dd8-4a6b-97d3-85a7a6a6f053" providerId="ADAL" clId="{F4FB46B1-9455-430A-BAF3-CDA47ACAC4FA}" dt="2026-10-16T01:58:21.797" v="51" actId="9405"/>
        <pc:sldMkLst>
          <pc:docMk/>
          <pc:sldMk cId="0" sldId="264"/>
        </pc:sldMkLst>
        <pc:spChg chg="add mod">
          <ac:chgData name="Richard Peng" userId="9a3a89ac-6dd8-4a6b-97d3-85a7a6a6f053" providerId="ADAL" clId="{F4FB46B1-9455-430A-BAF3-CDA47ACAC4FA}" dt="2026-10-16T01:57:36.058" v="40" actId="1076"/>
          <ac:spMkLst>
            <pc:docMk/>
            <pc:sldMk cId="0" sldId="264"/>
            <ac:spMk id="3" creationId="{B34384C9-A4C2-E8B3-B5F5-AD70AF6CDEA5}"/>
          </ac:spMkLst>
        </pc:spChg>
        <pc:grpChg chg="del mod">
          <ac:chgData name="Richard Peng" userId="9a3a89ac-6dd8-4a6b-97d3-85a7a6a6f053" providerId="ADAL" clId="{F4FB46B1-9455-430A-BAF3-CDA47ACAC4FA}" dt="2026-10-16T01:58:19.140" v="49"/>
          <ac:grpSpMkLst>
            <pc:docMk/>
            <pc:sldMk cId="0" sldId="264"/>
            <ac:grpSpMk id="10" creationId="{0FACC6B4-BC45-4451-7AEC-9600C17C549C}"/>
          </ac:grpSpMkLst>
        </pc:grpChg>
        <pc:grpChg chg="mod">
          <ac:chgData name="Richard Peng" userId="9a3a89ac-6dd8-4a6b-97d3-85a7a6a6f053" providerId="ADAL" clId="{F4FB46B1-9455-430A-BAF3-CDA47ACAC4FA}" dt="2026-10-16T01:58:19.140" v="49"/>
          <ac:grpSpMkLst>
            <pc:docMk/>
            <pc:sldMk cId="0" sldId="264"/>
            <ac:grpSpMk id="12" creationId="{649221CC-4E8A-C9B6-3150-738DB530E0D4}"/>
          </ac:grpSpMkLst>
        </pc:grpChg>
        <pc:inkChg chg="add">
          <ac:chgData name="Richard Peng" userId="9a3a89ac-6dd8-4a6b-97d3-85a7a6a6f053" providerId="ADAL" clId="{F4FB46B1-9455-430A-BAF3-CDA47ACAC4FA}" dt="2026-10-16T01:57:47.105" v="41" actId="9405"/>
          <ac:inkMkLst>
            <pc:docMk/>
            <pc:sldMk cId="0" sldId="264"/>
            <ac:inkMk id="4" creationId="{6532A77F-7992-55EF-AC7F-B77897E4CCDD}"/>
          </ac:inkMkLst>
        </pc:inkChg>
        <pc:inkChg chg="add">
          <ac:chgData name="Richard Peng" userId="9a3a89ac-6dd8-4a6b-97d3-85a7a6a6f053" providerId="ADAL" clId="{F4FB46B1-9455-430A-BAF3-CDA47ACAC4FA}" dt="2026-10-16T01:57:50.423" v="42" actId="9405"/>
          <ac:inkMkLst>
            <pc:docMk/>
            <pc:sldMk cId="0" sldId="264"/>
            <ac:inkMk id="5" creationId="{367B9AAD-2E1B-A447-DC6B-39397456688C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6" creationId="{68294A2A-7C18-6AFF-B2DD-BE78EA2C5D5D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7" creationId="{93244218-BB7A-63A1-F6F3-40D4CE1343A6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8" creationId="{D412DB7F-FEC6-533C-FBD8-74C11BA78ED1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9" creationId="{29970A07-C92A-B165-C7A5-F96737465952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11" creationId="{F2770FCF-7BAF-7563-00D8-F395AF9A4341}"/>
          </ac:inkMkLst>
        </pc:inkChg>
        <pc:inkChg chg="add">
          <ac:chgData name="Richard Peng" userId="9a3a89ac-6dd8-4a6b-97d3-85a7a6a6f053" providerId="ADAL" clId="{F4FB46B1-9455-430A-BAF3-CDA47ACAC4FA}" dt="2026-10-16T01:58:19.824" v="50" actId="9405"/>
          <ac:inkMkLst>
            <pc:docMk/>
            <pc:sldMk cId="0" sldId="264"/>
            <ac:inkMk id="13" creationId="{F54025EA-EBD7-71DC-75C5-1D77734C8CDA}"/>
          </ac:inkMkLst>
        </pc:inkChg>
        <pc:inkChg chg="add">
          <ac:chgData name="Richard Peng" userId="9a3a89ac-6dd8-4a6b-97d3-85a7a6a6f053" providerId="ADAL" clId="{F4FB46B1-9455-430A-BAF3-CDA47ACAC4FA}" dt="2026-10-16T01:58:21.797" v="51" actId="9405"/>
          <ac:inkMkLst>
            <pc:docMk/>
            <pc:sldMk cId="0" sldId="264"/>
            <ac:inkMk id="14" creationId="{A1DB8B63-4BB2-C108-2526-05E4CA8466A3}"/>
          </ac:inkMkLst>
        </pc:inkChg>
      </pc:sldChg>
      <pc:sldChg chg="modSp">
        <pc:chgData name="Richard Peng" userId="9a3a89ac-6dd8-4a6b-97d3-85a7a6a6f053" providerId="ADAL" clId="{F4FB46B1-9455-430A-BAF3-CDA47ACAC4FA}" dt="2026-10-16T02:00:10.757" v="56" actId="20577"/>
        <pc:sldMkLst>
          <pc:docMk/>
          <pc:sldMk cId="0" sldId="265"/>
        </pc:sldMkLst>
        <pc:spChg chg="mod">
          <ac:chgData name="Richard Peng" userId="9a3a89ac-6dd8-4a6b-97d3-85a7a6a6f053" providerId="ADAL" clId="{F4FB46B1-9455-430A-BAF3-CDA47ACAC4FA}" dt="2026-10-16T02:00:10.757" v="56" actId="20577"/>
          <ac:spMkLst>
            <pc:docMk/>
            <pc:sldMk cId="0" sldId="265"/>
            <ac:spMk id="26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2:00:10.129" v="55" actId="20577"/>
          <ac:spMkLst>
            <pc:docMk/>
            <pc:sldMk cId="0" sldId="265"/>
            <ac:spMk id="26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2:00:10.129" v="55" actId="20577"/>
          <ac:spMkLst>
            <pc:docMk/>
            <pc:sldMk cId="0" sldId="265"/>
            <ac:spMk id="269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00:10.129" v="55" actId="20577"/>
          <ac:grpSpMkLst>
            <pc:docMk/>
            <pc:sldMk cId="0" sldId="265"/>
            <ac:grpSpMk id="270" creationId="{00000000-0000-0000-0000-000000000000}"/>
          </ac:grpSpMkLst>
        </pc:grpChg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7"/>
        </pc:sldMkLst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8"/>
        </pc:sldMkLst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9"/>
        </pc:sldMkLst>
      </pc:sldChg>
      <pc:sldChg chg="addSp modSp mod">
        <pc:chgData name="Richard Peng" userId="9a3a89ac-6dd8-4a6b-97d3-85a7a6a6f053" providerId="ADAL" clId="{F4FB46B1-9455-430A-BAF3-CDA47ACAC4FA}" dt="2026-10-16T02:05:14.586" v="76"/>
        <pc:sldMkLst>
          <pc:docMk/>
          <pc:sldMk cId="0" sldId="271"/>
        </pc:sldMkLst>
        <pc:grpChg chg="mod">
          <ac:chgData name="Richard Peng" userId="9a3a89ac-6dd8-4a6b-97d3-85a7a6a6f053" providerId="ADAL" clId="{F4FB46B1-9455-430A-BAF3-CDA47ACAC4FA}" dt="2026-10-16T02:05:00.788" v="60"/>
          <ac:grpSpMkLst>
            <pc:docMk/>
            <pc:sldMk cId="0" sldId="271"/>
            <ac:grpSpMk id="5" creationId="{29B6A32B-1681-9A0A-63A0-AC54F835D9EC}"/>
          </ac:grpSpMkLst>
        </pc:grpChg>
        <pc:grpChg chg="mod">
          <ac:chgData name="Richard Peng" userId="9a3a89ac-6dd8-4a6b-97d3-85a7a6a6f053" providerId="ADAL" clId="{F4FB46B1-9455-430A-BAF3-CDA47ACAC4FA}" dt="2026-10-16T02:05:04.743" v="65"/>
          <ac:grpSpMkLst>
            <pc:docMk/>
            <pc:sldMk cId="0" sldId="271"/>
            <ac:grpSpMk id="10" creationId="{8E1D06F8-BB40-593D-0E1C-88FDA1D50122}"/>
          </ac:grpSpMkLst>
        </pc:grpChg>
        <pc:grpChg chg="mod">
          <ac:chgData name="Richard Peng" userId="9a3a89ac-6dd8-4a6b-97d3-85a7a6a6f053" providerId="ADAL" clId="{F4FB46B1-9455-430A-BAF3-CDA47ACAC4FA}" dt="2026-10-16T02:05:14.586" v="76"/>
          <ac:grpSpMkLst>
            <pc:docMk/>
            <pc:sldMk cId="0" sldId="271"/>
            <ac:grpSpMk id="21" creationId="{BAB14EE4-49C8-B484-10AB-616A4DE335ED}"/>
          </ac:grpSpMkLst>
        </pc:grpChg>
        <pc:inkChg chg="add">
          <ac:chgData name="Richard Peng" userId="9a3a89ac-6dd8-4a6b-97d3-85a7a6a6f053" providerId="ADAL" clId="{F4FB46B1-9455-430A-BAF3-CDA47ACAC4FA}" dt="2026-10-16T02:04:56.555" v="57" actId="9405"/>
          <ac:inkMkLst>
            <pc:docMk/>
            <pc:sldMk cId="0" sldId="271"/>
            <ac:inkMk id="2" creationId="{24298113-2D34-6F99-68F1-472432105DC1}"/>
          </ac:inkMkLst>
        </pc:inkChg>
        <pc:inkChg chg="add mod">
          <ac:chgData name="Richard Peng" userId="9a3a89ac-6dd8-4a6b-97d3-85a7a6a6f053" providerId="ADAL" clId="{F4FB46B1-9455-430A-BAF3-CDA47ACAC4FA}" dt="2026-10-16T02:05:00.788" v="60"/>
          <ac:inkMkLst>
            <pc:docMk/>
            <pc:sldMk cId="0" sldId="271"/>
            <ac:inkMk id="3" creationId="{DF949ED5-F73D-E27E-E777-E637093CF400}"/>
          </ac:inkMkLst>
        </pc:inkChg>
        <pc:inkChg chg="add mod">
          <ac:chgData name="Richard Peng" userId="9a3a89ac-6dd8-4a6b-97d3-85a7a6a6f053" providerId="ADAL" clId="{F4FB46B1-9455-430A-BAF3-CDA47ACAC4FA}" dt="2026-10-16T02:05:00.788" v="60"/>
          <ac:inkMkLst>
            <pc:docMk/>
            <pc:sldMk cId="0" sldId="271"/>
            <ac:inkMk id="4" creationId="{D8192C09-7F94-F106-3BCB-42EE4D1273B5}"/>
          </ac:inkMkLst>
        </pc:inkChg>
        <pc:inkChg chg="add">
          <ac:chgData name="Richard Peng" userId="9a3a89ac-6dd8-4a6b-97d3-85a7a6a6f053" providerId="ADAL" clId="{F4FB46B1-9455-430A-BAF3-CDA47ACAC4FA}" dt="2026-10-16T02:05:00.803" v="61" actId="9405"/>
          <ac:inkMkLst>
            <pc:docMk/>
            <pc:sldMk cId="0" sldId="271"/>
            <ac:inkMk id="6" creationId="{B573424A-C927-8DEE-87EE-576FE63C51B5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7" creationId="{E1C8FF23-50AE-3825-2A24-6D4249F56BB1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8" creationId="{8F20016A-39F4-DAE4-DF05-9B96633C141A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9" creationId="{06E3BEF2-E075-646A-C38C-1B796E42D013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1" creationId="{22788BE2-2AD9-D74B-16A1-171909FC4CD5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2" creationId="{8F6F1884-CECA-A9C6-EDED-41A636DB4BFB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3" creationId="{D8C62843-06D1-C050-BE9C-EFE8F0499E79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4" creationId="{D1853F8E-00B0-E404-5881-5CA42218F655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5" creationId="{76EEF78F-1835-101F-C673-1A9DFA7AA76E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6" creationId="{319D6D6D-BDB6-AE44-BC76-84CBF5733E18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7" creationId="{42295751-D24D-8EED-36EC-655C998299FC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8" creationId="{7F67FB97-D8EC-630C-2EFA-DDE9CB8A14BD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9" creationId="{FD404A57-1BC6-2423-1618-E201B97CE35B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20" creationId="{8C4AE22E-273E-9571-430B-A0F8B2C00864}"/>
          </ac:inkMkLst>
        </pc:inkChg>
      </pc:sldChg>
      <pc:sldChg chg="addSp modSp mod">
        <pc:chgData name="Richard Peng" userId="9a3a89ac-6dd8-4a6b-97d3-85a7a6a6f053" providerId="ADAL" clId="{F4FB46B1-9455-430A-BAF3-CDA47ACAC4FA}" dt="2026-10-16T02:15:14.239" v="112"/>
        <pc:sldMkLst>
          <pc:docMk/>
          <pc:sldMk cId="0" sldId="272"/>
        </pc:sldMkLst>
        <pc:spChg chg="mod">
          <ac:chgData name="Richard Peng" userId="9a3a89ac-6dd8-4a6b-97d3-85a7a6a6f053" providerId="ADAL" clId="{F4FB46B1-9455-430A-BAF3-CDA47ACAC4FA}" dt="2026-10-16T02:14:55.489" v="105" actId="1076"/>
          <ac:spMkLst>
            <pc:docMk/>
            <pc:sldMk cId="0" sldId="272"/>
            <ac:spMk id="31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51" v="4" actId="27636"/>
          <ac:spMkLst>
            <pc:docMk/>
            <pc:sldMk cId="0" sldId="272"/>
            <ac:spMk id="320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15:14.239" v="112"/>
          <ac:grpSpMkLst>
            <pc:docMk/>
            <pc:sldMk cId="0" sldId="272"/>
            <ac:grpSpMk id="7" creationId="{3D64B4ED-0C59-6BCE-9B2A-2AEB2E2B4D16}"/>
          </ac:grpSpMkLst>
        </pc:grpChg>
        <pc:picChg chg="add mod">
          <ac:chgData name="Richard Peng" userId="9a3a89ac-6dd8-4a6b-97d3-85a7a6a6f053" providerId="ADAL" clId="{F4FB46B1-9455-430A-BAF3-CDA47ACAC4FA}" dt="2026-10-16T02:15:03.018" v="108" actId="14100"/>
          <ac:picMkLst>
            <pc:docMk/>
            <pc:sldMk cId="0" sldId="272"/>
            <ac:picMk id="3" creationId="{754CC55B-6F7E-92AB-0B95-EDF4B6C9DB54}"/>
          </ac:picMkLst>
        </pc:picChg>
        <pc:picChg chg="mod">
          <ac:chgData name="Richard Peng" userId="9a3a89ac-6dd8-4a6b-97d3-85a7a6a6f053" providerId="ADAL" clId="{F4FB46B1-9455-430A-BAF3-CDA47ACAC4FA}" dt="2026-10-16T02:14:56.946" v="106" actId="1076"/>
          <ac:picMkLst>
            <pc:docMk/>
            <pc:sldMk cId="0" sldId="272"/>
            <ac:picMk id="323" creationId="{00000000-0000-0000-0000-000000000000}"/>
          </ac:picMkLst>
        </pc:pic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4" creationId="{9DF0F6A9-BC0F-EAC7-0A52-9E75834C3ABE}"/>
          </ac:inkMkLst>
        </pc:ink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5" creationId="{8D40F01E-3C7C-592B-82D1-8BC73A6EE00C}"/>
          </ac:inkMkLst>
        </pc:ink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6" creationId="{DD97FCEE-095A-3DB1-24EA-B3AAC269182D}"/>
          </ac:inkMkLst>
        </pc:inkChg>
      </pc:sldChg>
      <pc:sldChg chg="del">
        <pc:chgData name="Richard Peng" userId="9a3a89ac-6dd8-4a6b-97d3-85a7a6a6f053" providerId="ADAL" clId="{F4FB46B1-9455-430A-BAF3-CDA47ACAC4FA}" dt="2026-10-16T02:07:49.748" v="78" actId="47"/>
        <pc:sldMkLst>
          <pc:docMk/>
          <pc:sldMk cId="0" sldId="273"/>
        </pc:sldMkLst>
      </pc:sldChg>
      <pc:sldChg chg="addSp modSp mod">
        <pc:chgData name="Richard Peng" userId="9a3a89ac-6dd8-4a6b-97d3-85a7a6a6f053" providerId="ADAL" clId="{F4FB46B1-9455-430A-BAF3-CDA47ACAC4FA}" dt="2026-10-16T02:09:44.939" v="96" actId="9405"/>
        <pc:sldMkLst>
          <pc:docMk/>
          <pc:sldMk cId="0" sldId="274"/>
        </pc:sldMkLst>
        <pc:picChg chg="mod">
          <ac:chgData name="Richard Peng" userId="9a3a89ac-6dd8-4a6b-97d3-85a7a6a6f053" providerId="ADAL" clId="{F4FB46B1-9455-430A-BAF3-CDA47ACAC4FA}" dt="2026-10-16T02:08:00.299" v="79" actId="1076"/>
          <ac:picMkLst>
            <pc:docMk/>
            <pc:sldMk cId="0" sldId="274"/>
            <ac:picMk id="331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20.817" v="83" actId="1076"/>
          <ac:picMkLst>
            <pc:docMk/>
            <pc:sldMk cId="0" sldId="274"/>
            <ac:picMk id="334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04.771" v="81" actId="1076"/>
          <ac:picMkLst>
            <pc:docMk/>
            <pc:sldMk cId="0" sldId="274"/>
            <ac:picMk id="335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36.259" v="91" actId="1076"/>
          <ac:picMkLst>
            <pc:docMk/>
            <pc:sldMk cId="0" sldId="274"/>
            <ac:picMk id="337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9:11.243" v="95" actId="1076"/>
          <ac:picMkLst>
            <pc:docMk/>
            <pc:sldMk cId="0" sldId="274"/>
            <ac:picMk id="338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9:09.845" v="94" actId="1076"/>
          <ac:picMkLst>
            <pc:docMk/>
            <pc:sldMk cId="0" sldId="274"/>
            <ac:picMk id="339" creationId="{00000000-0000-0000-0000-000000000000}"/>
          </ac:picMkLst>
        </pc:picChg>
        <pc:inkChg chg="add">
          <ac:chgData name="Richard Peng" userId="9a3a89ac-6dd8-4a6b-97d3-85a7a6a6f053" providerId="ADAL" clId="{F4FB46B1-9455-430A-BAF3-CDA47ACAC4FA}" dt="2026-10-16T02:09:44.939" v="96" actId="9405"/>
          <ac:inkMkLst>
            <pc:docMk/>
            <pc:sldMk cId="0" sldId="274"/>
            <ac:inkMk id="2" creationId="{49E8CDA7-9171-652D-2397-F61622B998E8}"/>
          </ac:inkMkLst>
        </pc:inkChg>
      </pc:sldChg>
      <pc:sldChg chg="modSp mod">
        <pc:chgData name="Richard Peng" userId="9a3a89ac-6dd8-4a6b-97d3-85a7a6a6f053" providerId="ADAL" clId="{F4FB46B1-9455-430A-BAF3-CDA47ACAC4FA}" dt="2026-10-16T02:10:49.539" v="99" actId="14100"/>
        <pc:sldMkLst>
          <pc:docMk/>
          <pc:sldMk cId="0" sldId="279"/>
        </pc:sldMkLst>
        <pc:spChg chg="mod">
          <ac:chgData name="Richard Peng" userId="9a3a89ac-6dd8-4a6b-97d3-85a7a6a6f053" providerId="ADAL" clId="{F4FB46B1-9455-430A-BAF3-CDA47ACAC4FA}" dt="2026-10-16T02:10:49.539" v="99" actId="14100"/>
          <ac:spMkLst>
            <pc:docMk/>
            <pc:sldMk cId="0" sldId="279"/>
            <ac:spMk id="371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10:36.971" v="98" actId="1076"/>
          <ac:grpSpMkLst>
            <pc:docMk/>
            <pc:sldMk cId="0" sldId="279"/>
            <ac:grpSpMk id="379" creationId="{00000000-0000-0000-0000-000000000000}"/>
          </ac:grpSpMkLst>
        </pc:grpChg>
      </pc:sldChg>
      <pc:sldChg chg="addSp modSp mod">
        <pc:chgData name="Richard Peng" userId="9a3a89ac-6dd8-4a6b-97d3-85a7a6a6f053" providerId="ADAL" clId="{F4FB46B1-9455-430A-BAF3-CDA47ACAC4FA}" dt="2026-10-16T06:35:36.291" v="149" actId="14100"/>
        <pc:sldMkLst>
          <pc:docMk/>
          <pc:sldMk cId="0" sldId="282"/>
        </pc:sldMkLst>
        <pc:spChg chg="add mod">
          <ac:chgData name="Richard Peng" userId="9a3a89ac-6dd8-4a6b-97d3-85a7a6a6f053" providerId="ADAL" clId="{F4FB46B1-9455-430A-BAF3-CDA47ACAC4FA}" dt="2026-10-16T06:35:03.322" v="147" actId="1076"/>
          <ac:spMkLst>
            <pc:docMk/>
            <pc:sldMk cId="0" sldId="282"/>
            <ac:spMk id="2" creationId="{6B7B07F1-03BA-CE43-4BD8-146FDFB6CF62}"/>
          </ac:spMkLst>
        </pc:spChg>
        <pc:spChg chg="add">
          <ac:chgData name="Richard Peng" userId="9a3a89ac-6dd8-4a6b-97d3-85a7a6a6f053" providerId="ADAL" clId="{F4FB46B1-9455-430A-BAF3-CDA47ACAC4FA}" dt="2026-10-16T06:34:20.233" v="126"/>
          <ac:spMkLst>
            <pc:docMk/>
            <pc:sldMk cId="0" sldId="282"/>
            <ac:spMk id="4" creationId="{AF387323-D44B-C0D9-6EBB-2218E5E24582}"/>
          </ac:spMkLst>
        </pc:spChg>
        <pc:spChg chg="mod">
          <ac:chgData name="Richard Peng" userId="9a3a89ac-6dd8-4a6b-97d3-85a7a6a6f053" providerId="ADAL" clId="{F4FB46B1-9455-430A-BAF3-CDA47ACAC4FA}" dt="2026-10-16T06:35:14.625" v="148" actId="14100"/>
          <ac:spMkLst>
            <pc:docMk/>
            <pc:sldMk cId="0" sldId="282"/>
            <ac:spMk id="44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35:36.291" v="149" actId="14100"/>
          <ac:spMkLst>
            <pc:docMk/>
            <pc:sldMk cId="0" sldId="282"/>
            <ac:spMk id="456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6:35:00.585" v="146" actId="1076"/>
          <ac:grpSpMkLst>
            <pc:docMk/>
            <pc:sldMk cId="0" sldId="282"/>
            <ac:grpSpMk id="455" creationId="{00000000-0000-0000-0000-000000000000}"/>
          </ac:grpSpMkLst>
        </pc:grpChg>
        <pc:grpChg chg="mod">
          <ac:chgData name="Richard Peng" userId="9a3a89ac-6dd8-4a6b-97d3-85a7a6a6f053" providerId="ADAL" clId="{F4FB46B1-9455-430A-BAF3-CDA47ACAC4FA}" dt="2026-10-16T02:17:28.235" v="113" actId="1076"/>
          <ac:grpSpMkLst>
            <pc:docMk/>
            <pc:sldMk cId="0" sldId="282"/>
            <ac:grpSpMk id="465" creationId="{00000000-0000-0000-0000-000000000000}"/>
          </ac:grpSpMkLst>
        </pc:grpChg>
        <pc:inkChg chg="add">
          <ac:chgData name="Richard Peng" userId="9a3a89ac-6dd8-4a6b-97d3-85a7a6a6f053" providerId="ADAL" clId="{F4FB46B1-9455-430A-BAF3-CDA47ACAC4FA}" dt="2026-10-16T06:33:36.421" v="120" actId="9405"/>
          <ac:inkMkLst>
            <pc:docMk/>
            <pc:sldMk cId="0" sldId="282"/>
            <ac:inkMk id="3" creationId="{D0331F20-CAEC-CD88-5B9F-02E15AD124F1}"/>
          </ac:inkMkLst>
        </pc:inkChg>
      </pc:sldChg>
      <pc:sldChg chg="del">
        <pc:chgData name="Richard Peng" userId="9a3a89ac-6dd8-4a6b-97d3-85a7a6a6f053" providerId="ADAL" clId="{F4FB46B1-9455-430A-BAF3-CDA47ACAC4FA}" dt="2026-10-16T06:36:06.523" v="150" actId="47"/>
        <pc:sldMkLst>
          <pc:docMk/>
          <pc:sldMk cId="0" sldId="283"/>
        </pc:sldMkLst>
      </pc:sldChg>
      <pc:sldChg chg="del">
        <pc:chgData name="Richard Peng" userId="9a3a89ac-6dd8-4a6b-97d3-85a7a6a6f053" providerId="ADAL" clId="{F4FB46B1-9455-430A-BAF3-CDA47ACAC4FA}" dt="2026-10-16T06:36:06.523" v="150" actId="47"/>
        <pc:sldMkLst>
          <pc:docMk/>
          <pc:sldMk cId="0" sldId="284"/>
        </pc:sldMkLst>
      </pc:sldChg>
      <pc:sldChg chg="addSp modSp mod">
        <pc:chgData name="Richard Peng" userId="9a3a89ac-6dd8-4a6b-97d3-85a7a6a6f053" providerId="ADAL" clId="{F4FB46B1-9455-430A-BAF3-CDA47ACAC4FA}" dt="2026-10-16T06:39:02.567" v="161"/>
        <pc:sldMkLst>
          <pc:docMk/>
          <pc:sldMk cId="0" sldId="285"/>
        </pc:sldMkLst>
        <pc:grpChg chg="mod">
          <ac:chgData name="Richard Peng" userId="9a3a89ac-6dd8-4a6b-97d3-85a7a6a6f053" providerId="ADAL" clId="{F4FB46B1-9455-430A-BAF3-CDA47ACAC4FA}" dt="2026-10-16T06:38:47.599" v="153"/>
          <ac:grpSpMkLst>
            <pc:docMk/>
            <pc:sldMk cId="0" sldId="285"/>
            <ac:grpSpMk id="4" creationId="{F2E2E88C-06BE-C4C2-8024-38667535B0C7}"/>
          </ac:grpSpMkLst>
        </pc:grpChg>
        <pc:grpChg chg="mod">
          <ac:chgData name="Richard Peng" userId="9a3a89ac-6dd8-4a6b-97d3-85a7a6a6f053" providerId="ADAL" clId="{F4FB46B1-9455-430A-BAF3-CDA47ACAC4FA}" dt="2026-10-16T06:39:02.567" v="161"/>
          <ac:grpSpMkLst>
            <pc:docMk/>
            <pc:sldMk cId="0" sldId="285"/>
            <ac:grpSpMk id="12" creationId="{D494CAE8-67F9-7428-0ED6-14681E511215}"/>
          </ac:grpSpMkLst>
        </pc:grpChg>
        <pc:grpChg chg="mod">
          <ac:chgData name="Richard Peng" userId="9a3a89ac-6dd8-4a6b-97d3-85a7a6a6f053" providerId="ADAL" clId="{F4FB46B1-9455-430A-BAF3-CDA47ACAC4FA}" dt="2026-10-16T06:39:02.567" v="161"/>
          <ac:grpSpMkLst>
            <pc:docMk/>
            <pc:sldMk cId="0" sldId="285"/>
            <ac:grpSpMk id="13" creationId="{34464876-83B8-704F-3159-57F98F1C2F06}"/>
          </ac:grpSpMkLst>
        </pc:grpChg>
        <pc:inkChg chg="add mod">
          <ac:chgData name="Richard Peng" userId="9a3a89ac-6dd8-4a6b-97d3-85a7a6a6f053" providerId="ADAL" clId="{F4FB46B1-9455-430A-BAF3-CDA47ACAC4FA}" dt="2026-10-16T06:38:47.599" v="153"/>
          <ac:inkMkLst>
            <pc:docMk/>
            <pc:sldMk cId="0" sldId="285"/>
            <ac:inkMk id="2" creationId="{2C468C5E-C33E-D681-C6F9-6979543C79CB}"/>
          </ac:inkMkLst>
        </pc:inkChg>
        <pc:inkChg chg="add mod">
          <ac:chgData name="Richard Peng" userId="9a3a89ac-6dd8-4a6b-97d3-85a7a6a6f053" providerId="ADAL" clId="{F4FB46B1-9455-430A-BAF3-CDA47ACAC4FA}" dt="2026-10-16T06:38:47.599" v="153"/>
          <ac:inkMkLst>
            <pc:docMk/>
            <pc:sldMk cId="0" sldId="285"/>
            <ac:inkMk id="3" creationId="{8667AC27-8299-EC60-7F57-D0A75E9DDD06}"/>
          </ac:inkMkLst>
        </pc:inkChg>
        <pc:inkChg chg="add">
          <ac:chgData name="Richard Peng" userId="9a3a89ac-6dd8-4a6b-97d3-85a7a6a6f053" providerId="ADAL" clId="{F4FB46B1-9455-430A-BAF3-CDA47ACAC4FA}" dt="2026-10-16T06:38:54.177" v="154" actId="9405"/>
          <ac:inkMkLst>
            <pc:docMk/>
            <pc:sldMk cId="0" sldId="285"/>
            <ac:inkMk id="5" creationId="{CC28571B-5B41-B6A8-E92E-07FB2D77763E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6" creationId="{13621054-85FB-1B9B-6789-28CB8018141C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7" creationId="{CED81612-7E13-8A18-F80C-EB7BCBE7A5EE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8" creationId="{B1B88C26-568A-3638-B526-F604FC2877F9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9" creationId="{CA9C8CFE-3AD8-7A1E-81ED-5ACF32429591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10" creationId="{DDF22824-C0AB-D949-246E-20DB073DA642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11" creationId="{DA971953-B735-A975-0FF6-55AD86837B14}"/>
          </ac:inkMkLst>
        </pc:inkChg>
      </pc:sldChg>
      <pc:sldChg chg="addSp modSp mod">
        <pc:chgData name="Richard Peng" userId="9a3a89ac-6dd8-4a6b-97d3-85a7a6a6f053" providerId="ADAL" clId="{F4FB46B1-9455-430A-BAF3-CDA47ACAC4FA}" dt="2026-10-16T06:41:19.382" v="179"/>
        <pc:sldMkLst>
          <pc:docMk/>
          <pc:sldMk cId="0" sldId="286"/>
        </pc:sldMkLst>
        <pc:spChg chg="add mod">
          <ac:chgData name="Richard Peng" userId="9a3a89ac-6dd8-4a6b-97d3-85a7a6a6f053" providerId="ADAL" clId="{F4FB46B1-9455-430A-BAF3-CDA47ACAC4FA}" dt="2026-10-16T06:41:09.892" v="176" actId="1076"/>
          <ac:spMkLst>
            <pc:docMk/>
            <pc:sldMk cId="0" sldId="286"/>
            <ac:spMk id="3" creationId="{12E0C83B-7404-AD2A-F10E-70708865BD46}"/>
          </ac:spMkLst>
        </pc:spChg>
        <pc:grpChg chg="mod">
          <ac:chgData name="Richard Peng" userId="9a3a89ac-6dd8-4a6b-97d3-85a7a6a6f053" providerId="ADAL" clId="{F4FB46B1-9455-430A-BAF3-CDA47ACAC4FA}" dt="2026-10-16T06:41:19.382" v="179"/>
          <ac:grpSpMkLst>
            <pc:docMk/>
            <pc:sldMk cId="0" sldId="286"/>
            <ac:grpSpMk id="6" creationId="{849A1E4D-3250-2AC1-E6DB-7ABE94DFEAE7}"/>
          </ac:grpSpMkLst>
        </pc:grpChg>
        <pc:picChg chg="add mod">
          <ac:chgData name="Richard Peng" userId="9a3a89ac-6dd8-4a6b-97d3-85a7a6a6f053" providerId="ADAL" clId="{F4FB46B1-9455-430A-BAF3-CDA47ACAC4FA}" dt="2026-10-16T06:40:56.515" v="163" actId="1076"/>
          <ac:picMkLst>
            <pc:docMk/>
            <pc:sldMk cId="0" sldId="286"/>
            <ac:picMk id="2" creationId="{A142F11F-CB97-0451-0954-6DBCA202B0A2}"/>
          </ac:picMkLst>
        </pc:picChg>
        <pc:inkChg chg="add mod">
          <ac:chgData name="Richard Peng" userId="9a3a89ac-6dd8-4a6b-97d3-85a7a6a6f053" providerId="ADAL" clId="{F4FB46B1-9455-430A-BAF3-CDA47ACAC4FA}" dt="2026-10-16T06:41:19.382" v="179"/>
          <ac:inkMkLst>
            <pc:docMk/>
            <pc:sldMk cId="0" sldId="286"/>
            <ac:inkMk id="4" creationId="{C531CC4C-7E98-DE0B-0907-4CF54A18EE0B}"/>
          </ac:inkMkLst>
        </pc:inkChg>
        <pc:inkChg chg="add mod">
          <ac:chgData name="Richard Peng" userId="9a3a89ac-6dd8-4a6b-97d3-85a7a6a6f053" providerId="ADAL" clId="{F4FB46B1-9455-430A-BAF3-CDA47ACAC4FA}" dt="2026-10-16T06:41:19.382" v="179"/>
          <ac:inkMkLst>
            <pc:docMk/>
            <pc:sldMk cId="0" sldId="286"/>
            <ac:inkMk id="5" creationId="{A6757919-307C-A3D3-65EF-8FD49919600C}"/>
          </ac:inkMkLst>
        </pc:inkChg>
      </pc:sldChg>
      <pc:sldChg chg="addSp delSp modSp mod">
        <pc:chgData name="Richard Peng" userId="9a3a89ac-6dd8-4a6b-97d3-85a7a6a6f053" providerId="ADAL" clId="{F4FB46B1-9455-430A-BAF3-CDA47ACAC4FA}" dt="2026-10-16T06:54:31.085" v="208" actId="1076"/>
        <pc:sldMkLst>
          <pc:docMk/>
          <pc:sldMk cId="0" sldId="287"/>
        </pc:sldMkLst>
        <pc:spChg chg="add mod">
          <ac:chgData name="Richard Peng" userId="9a3a89ac-6dd8-4a6b-97d3-85a7a6a6f053" providerId="ADAL" clId="{F4FB46B1-9455-430A-BAF3-CDA47ACAC4FA}" dt="2026-10-16T06:54:09.228" v="204" actId="20577"/>
          <ac:spMkLst>
            <pc:docMk/>
            <pc:sldMk cId="0" sldId="287"/>
            <ac:spMk id="4" creationId="{38CB1429-E997-7F15-EE19-BBF22A262043}"/>
          </ac:spMkLst>
        </pc:spChg>
        <pc:spChg chg="add mod">
          <ac:chgData name="Richard Peng" userId="9a3a89ac-6dd8-4a6b-97d3-85a7a6a6f053" providerId="ADAL" clId="{F4FB46B1-9455-430A-BAF3-CDA47ACAC4FA}" dt="2026-10-16T06:54:19.950" v="207" actId="208"/>
          <ac:spMkLst>
            <pc:docMk/>
            <pc:sldMk cId="0" sldId="287"/>
            <ac:spMk id="5" creationId="{99DA743F-C2DC-E181-F7F2-913C93782457}"/>
          </ac:spMkLst>
        </pc:spChg>
        <pc:spChg chg="mod">
          <ac:chgData name="Richard Peng" userId="9a3a89ac-6dd8-4a6b-97d3-85a7a6a6f053" providerId="ADAL" clId="{F4FB46B1-9455-430A-BAF3-CDA47ACAC4FA}" dt="2026-10-16T00:45:15.462" v="6" actId="27636"/>
          <ac:spMkLst>
            <pc:docMk/>
            <pc:sldMk cId="0" sldId="287"/>
            <ac:spMk id="525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61" v="5" actId="27636"/>
          <ac:spMkLst>
            <pc:docMk/>
            <pc:sldMk cId="0" sldId="287"/>
            <ac:spMk id="52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52:56.140" v="183" actId="1076"/>
          <ac:spMkLst>
            <pc:docMk/>
            <pc:sldMk cId="0" sldId="287"/>
            <ac:spMk id="52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54:31.085" v="208" actId="1076"/>
          <ac:spMkLst>
            <pc:docMk/>
            <pc:sldMk cId="0" sldId="287"/>
            <ac:spMk id="529" creationId="{00000000-0000-0000-0000-000000000000}"/>
          </ac:spMkLst>
        </pc:spChg>
        <pc:picChg chg="add mod">
          <ac:chgData name="Richard Peng" userId="9a3a89ac-6dd8-4a6b-97d3-85a7a6a6f053" providerId="ADAL" clId="{F4FB46B1-9455-430A-BAF3-CDA47ACAC4FA}" dt="2026-10-16T06:53:07.853" v="187" actId="14100"/>
          <ac:picMkLst>
            <pc:docMk/>
            <pc:sldMk cId="0" sldId="287"/>
            <ac:picMk id="3" creationId="{0B53004F-A199-11E3-45E5-9572C7A11B77}"/>
          </ac:picMkLst>
        </pc:picChg>
        <pc:picChg chg="mod">
          <ac:chgData name="Richard Peng" userId="9a3a89ac-6dd8-4a6b-97d3-85a7a6a6f053" providerId="ADAL" clId="{F4FB46B1-9455-430A-BAF3-CDA47ACAC4FA}" dt="2026-10-16T06:52:53.885" v="182" actId="1076"/>
          <ac:picMkLst>
            <pc:docMk/>
            <pc:sldMk cId="0" sldId="287"/>
            <ac:picMk id="524" creationId="{00000000-0000-0000-0000-000000000000}"/>
          </ac:picMkLst>
        </pc:picChg>
        <pc:picChg chg="del">
          <ac:chgData name="Richard Peng" userId="9a3a89ac-6dd8-4a6b-97d3-85a7a6a6f053" providerId="ADAL" clId="{F4FB46B1-9455-430A-BAF3-CDA47ACAC4FA}" dt="2026-10-16T06:53:12.133" v="188" actId="478"/>
          <ac:picMkLst>
            <pc:docMk/>
            <pc:sldMk cId="0" sldId="287"/>
            <ac:picMk id="530" creationId="{00000000-0000-0000-0000-000000000000}"/>
          </ac:picMkLst>
        </pc:picChg>
      </pc:sldChg>
      <pc:sldChg chg="modSp add del mod modShow">
        <pc:chgData name="Richard Peng" userId="9a3a89ac-6dd8-4a6b-97d3-85a7a6a6f053" providerId="ADAL" clId="{F4FB46B1-9455-430A-BAF3-CDA47ACAC4FA}" dt="2026-10-16T07:04:30.070" v="211" actId="729"/>
        <pc:sldMkLst>
          <pc:docMk/>
          <pc:sldMk cId="0" sldId="288"/>
        </pc:sldMkLst>
        <pc:spChg chg="mod">
          <ac:chgData name="Richard Peng" userId="9a3a89ac-6dd8-4a6b-97d3-85a7a6a6f053" providerId="ADAL" clId="{F4FB46B1-9455-430A-BAF3-CDA47ACAC4FA}" dt="2026-10-16T00:45:15.464" v="7" actId="27636"/>
          <ac:spMkLst>
            <pc:docMk/>
            <pc:sldMk cId="0" sldId="288"/>
            <ac:spMk id="535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64" v="8" actId="27636"/>
          <ac:spMkLst>
            <pc:docMk/>
            <pc:sldMk cId="0" sldId="288"/>
            <ac:spMk id="536" creationId="{00000000-0000-0000-0000-000000000000}"/>
          </ac:spMkLst>
        </pc:spChg>
      </pc:sldChg>
      <pc:sldChg chg="modSp add del mod modShow">
        <pc:chgData name="Richard Peng" userId="9a3a89ac-6dd8-4a6b-97d3-85a7a6a6f053" providerId="ADAL" clId="{F4FB46B1-9455-430A-BAF3-CDA47ACAC4FA}" dt="2026-10-16T07:05:55.718" v="212" actId="729"/>
        <pc:sldMkLst>
          <pc:docMk/>
          <pc:sldMk cId="0" sldId="289"/>
        </pc:sldMkLst>
        <pc:spChg chg="mod">
          <ac:chgData name="Richard Peng" userId="9a3a89ac-6dd8-4a6b-97d3-85a7a6a6f053" providerId="ADAL" clId="{F4FB46B1-9455-430A-BAF3-CDA47ACAC4FA}" dt="2026-10-16T00:45:15.588" v="10" actId="27636"/>
          <ac:spMkLst>
            <pc:docMk/>
            <pc:sldMk cId="0" sldId="289"/>
            <ac:spMk id="540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630" v="11" actId="27636"/>
          <ac:spMkLst>
            <pc:docMk/>
            <pc:sldMk cId="0" sldId="289"/>
            <ac:spMk id="541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96" v="9" actId="27636"/>
          <ac:spMkLst>
            <pc:docMk/>
            <pc:sldMk cId="0" sldId="289"/>
            <ac:spMk id="543" creationId="{00000000-0000-0000-0000-000000000000}"/>
          </ac:spMkLst>
        </pc:spChg>
      </pc:sldChg>
      <pc:sldChg chg="modSp mod">
        <pc:chgData name="Richard Peng" userId="9a3a89ac-6dd8-4a6b-97d3-85a7a6a6f053" providerId="ADAL" clId="{F4FB46B1-9455-430A-BAF3-CDA47ACAC4FA}" dt="2026-10-16T00:45:15.670" v="12" actId="27636"/>
        <pc:sldMkLst>
          <pc:docMk/>
          <pc:sldMk cId="0" sldId="291"/>
        </pc:sldMkLst>
        <pc:spChg chg="mod">
          <ac:chgData name="Richard Peng" userId="9a3a89ac-6dd8-4a6b-97d3-85a7a6a6f053" providerId="ADAL" clId="{F4FB46B1-9455-430A-BAF3-CDA47ACAC4FA}" dt="2026-10-16T00:45:15.670" v="12" actId="27636"/>
          <ac:spMkLst>
            <pc:docMk/>
            <pc:sldMk cId="0" sldId="291"/>
            <ac:spMk id="554" creationId="{00000000-0000-0000-0000-000000000000}"/>
          </ac:spMkLst>
        </pc:spChg>
      </pc:sldChg>
      <pc:sldChg chg="modNotes">
        <pc:chgData name="Richard Peng" userId="9a3a89ac-6dd8-4a6b-97d3-85a7a6a6f053" providerId="ADAL" clId="{F4FB46B1-9455-430A-BAF3-CDA47ACAC4FA}" dt="2026-10-16T00:45:15.392" v="0"/>
        <pc:sldMkLst>
          <pc:docMk/>
          <pc:sldMk cId="0" sldId="299"/>
        </pc:sldMkLst>
      </pc:sldChg>
      <pc:sldChg chg="modSp mod">
        <pc:chgData name="Richard Peng" userId="9a3a89ac-6dd8-4a6b-97d3-85a7a6a6f053" providerId="ADAL" clId="{F4FB46B1-9455-430A-BAF3-CDA47ACAC4FA}" dt="2026-10-16T00:45:15.692" v="14" actId="27636"/>
        <pc:sldMkLst>
          <pc:docMk/>
          <pc:sldMk cId="0" sldId="310"/>
        </pc:sldMkLst>
        <pc:spChg chg="mod">
          <ac:chgData name="Richard Peng" userId="9a3a89ac-6dd8-4a6b-97d3-85a7a6a6f053" providerId="ADAL" clId="{F4FB46B1-9455-430A-BAF3-CDA47ACAC4FA}" dt="2026-10-16T00:45:15.691" v="13" actId="27636"/>
          <ac:spMkLst>
            <pc:docMk/>
            <pc:sldMk cId="0" sldId="310"/>
            <ac:spMk id="64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692" v="14" actId="27636"/>
          <ac:spMkLst>
            <pc:docMk/>
            <pc:sldMk cId="0" sldId="310"/>
            <ac:spMk id="651" creationId="{00000000-0000-0000-0000-000000000000}"/>
          </ac:spMkLst>
        </pc:spChg>
      </pc:sldChg>
      <pc:sldChg chg="modSp mod">
        <pc:chgData name="Richard Peng" userId="9a3a89ac-6dd8-4a6b-97d3-85a7a6a6f053" providerId="ADAL" clId="{F4FB46B1-9455-430A-BAF3-CDA47ACAC4FA}" dt="2026-10-16T00:45:15.957" v="19" actId="27636"/>
        <pc:sldMkLst>
          <pc:docMk/>
          <pc:sldMk cId="0" sldId="314"/>
        </pc:sldMkLst>
        <pc:spChg chg="mod">
          <ac:chgData name="Richard Peng" userId="9a3a89ac-6dd8-4a6b-97d3-85a7a6a6f053" providerId="ADAL" clId="{F4FB46B1-9455-430A-BAF3-CDA47ACAC4FA}" dt="2026-10-16T00:45:15.866" v="17" actId="27636"/>
          <ac:spMkLst>
            <pc:docMk/>
            <pc:sldMk cId="0" sldId="314"/>
            <ac:spMk id="672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725" v="15" actId="27636"/>
          <ac:spMkLst>
            <pc:docMk/>
            <pc:sldMk cId="0" sldId="314"/>
            <ac:spMk id="673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876" v="18" actId="27636"/>
          <ac:spMkLst>
            <pc:docMk/>
            <pc:sldMk cId="0" sldId="314"/>
            <ac:spMk id="674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842" v="16" actId="27636"/>
          <ac:spMkLst>
            <pc:docMk/>
            <pc:sldMk cId="0" sldId="314"/>
            <ac:spMk id="67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957" v="19" actId="27636"/>
          <ac:spMkLst>
            <pc:docMk/>
            <pc:sldMk cId="0" sldId="314"/>
            <ac:spMk id="677" creationId="{00000000-0000-0000-0000-000000000000}"/>
          </ac:spMkLst>
        </pc:spChg>
      </pc:sldChg>
      <pc:sldChg chg="addSp modSp add mod">
        <pc:chgData name="Richard Peng" userId="9a3a89ac-6dd8-4a6b-97d3-85a7a6a6f053" providerId="ADAL" clId="{F4FB46B1-9455-430A-BAF3-CDA47ACAC4FA}" dt="2026-10-16T00:47:18.777" v="37" actId="1076"/>
        <pc:sldMkLst>
          <pc:docMk/>
          <pc:sldMk cId="2502978326" sldId="352"/>
        </pc:sldMkLst>
        <pc:spChg chg="mod">
          <ac:chgData name="Richard Peng" userId="9a3a89ac-6dd8-4a6b-97d3-85a7a6a6f053" providerId="ADAL" clId="{F4FB46B1-9455-430A-BAF3-CDA47ACAC4FA}" dt="2026-10-16T00:45:33.910" v="21"/>
          <ac:spMkLst>
            <pc:docMk/>
            <pc:sldMk cId="2502978326" sldId="352"/>
            <ac:spMk id="3" creationId="{CE8C61DC-DA36-9F0A-3C95-26CF319819D0}"/>
          </ac:spMkLst>
        </pc:spChg>
        <pc:spChg chg="mod">
          <ac:chgData name="Richard Peng" userId="9a3a89ac-6dd8-4a6b-97d3-85a7a6a6f053" providerId="ADAL" clId="{F4FB46B1-9455-430A-BAF3-CDA47ACAC4FA}" dt="2026-10-16T00:46:00.144" v="26" actId="20577"/>
          <ac:spMkLst>
            <pc:docMk/>
            <pc:sldMk cId="2502978326" sldId="352"/>
            <ac:spMk id="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7:18.777" v="37" actId="1076"/>
          <ac:spMkLst>
            <pc:docMk/>
            <pc:sldMk cId="2502978326" sldId="352"/>
            <ac:spMk id="9" creationId="{9C7477C1-3C00-EE48-8A0E-7E8D7D717AAF}"/>
          </ac:spMkLst>
        </pc:spChg>
        <pc:spChg chg="add mod">
          <ac:chgData name="Richard Peng" userId="9a3a89ac-6dd8-4a6b-97d3-85a7a6a6f053" providerId="ADAL" clId="{F4FB46B1-9455-430A-BAF3-CDA47ACAC4FA}" dt="2026-10-16T00:45:54.977" v="25" actId="1076"/>
          <ac:spMkLst>
            <pc:docMk/>
            <pc:sldMk cId="2502978326" sldId="352"/>
            <ac:spMk id="10" creationId="{D18C8FF1-5D26-36AE-F553-D9BF713DA40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7:47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0 24575,'0'9'0,"0"39"0,0 21 0,0 15 0,0 13 0,-9 16 0,-3-2 0,1-10 0,2-15 0,2-11 0,3-20-8191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7:50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24575,'244'2'0,"57"6"0,122 6 0,152 15-387,171 12-1164,3122 160 1163,-3651-190 542,0-11 1,258-31-1,1308-125 234,-1689 152 60,1116-73 579,-461 35-1027,-7 42 0,-387 3 0,509 32 0,-9 39 0,-135-10 0,4333 140-541,-4306-209 649,1126 6 325,-364 91-433,-453-16 0,-573-50 0,73-2 0,36 3 0,-55 22 0,380 22 0,339 20 0,-209-16 0,-388-50 0,43 1 0,-327 0 0,-46-1 0,-180-24 0,47 2 0,-188-3 0,0 1 0,1 0 0,-1 1 0,0-1 0,0 1 0,0 1 0,-1 0 0,1 0 0,-1 0 0,1 1 0,-1 0 0,9 7 0,-8-4 0,-1 0 0,0 0 0,-1 1 0,1 0 0,-2 0 0,1 1 0,-1-1 0,0 1 0,5 14 0,5 17 0,-2 1 0,16 77 0,0 89 0,-24-168 0,10 159 0,-12 263 0,-7-208 0,4 1214 0,-3-1407 0,-20 115 0,-2 17 0,22 95-123,4-201-1119,-1-41-5584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2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24575,'9'0'0,"12"0"0,11 0 0,10 0 0,-3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3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24575,'0'9'0,"0"12"0,0 11 0,0 10 0,0 6 0,0 4 0,0 2 0,0 1 0,0 1 0,0-1 0,0-1 0,0 0 0,0-1 0,9 0 0,3-9-8191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24575,'9'-9'0,"12"-3"0,11 1 0,1-7 0,12-1 0,8 4 0,3 3 0,2 5 0,0 3 0,-1 2 0,-11 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4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24575,'0'9'0,"9"30"0,3 45 0,8 25 0,2 22 0,-4-3 0,-5-14 0,-4-17 0,-5-17 0,-1-3 0,-3-6 0,0-7 0,-1-4 0,9-13 0,3-5 0,0-1 0,-2-7-8191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8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24575,'0'5'0,"-31"710"0,-46 124 0,52-616 0,13-140 0,3 0 0,4 122 0,5-199 0,1 1 0,0 0 0,1-1 0,-1 1 0,1-1 0,0 0 0,1 0 0,0 1 0,0-1 0,0-1 0,1 1 0,-1-1 0,2 1 0,-1-1 0,0 0 0,1 0 0,0-1 0,0 1 0,0-1 0,1 0 0,8 4 0,10 4 0,0-1 0,2 0 0,-1-2 0,29 6 0,-26-7 0,235 61 0,4-11 0,285 23 0,1244 148 0,-1481-169 0,-280-51 0,-1 1 0,-1 2 0,0 1 0,0 1 0,-2 2 0,47 31 0,-62-34 0,0 0 0,0 1 0,-1 0 0,-1 1 0,-1 1 0,0 0 0,-1 1 0,-1 0 0,0 1 0,-1 0 0,-1 1 0,8 24 0,-7-8 0,-1 0 0,-2 0 0,-1 1 0,-2 0 0,-1 0 0,-3 50 0,-31 223 0,13-176 0,-15 396 0,32 1 0,2-399 0,-1-103-455,2 0 0,6 40 0,4-21-6371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9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24575,'0'9'0,"9"21"0,12 23 0,2 21 0,-2 16 0,-6 1 0,-4-5 0,-5 0 0,-3-5 0,-2-26 0,-1-22-8191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21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 24575,'43'-20'0,"2"2"0,55-14 0,-40 13 0,308-83 0,3 16 0,383-37 0,921-3 0,28 114 0,-941 18 0,1123 18 0,-717-1 0,-458-11 0,-15 11 0,165 3 0,-133-26 0,987 33 0,-1213 3 0,311 18 0,789 8-540,-247-11 116,-956-29 424,311 33 0,289 15 0,931-24 320,22-47 196,-816-3-388,-1127 4-128,441-6 0,-9-31 0,-346 20 0,125-41 0,19-4 0,-33 28 32,315-12-1,209 40-440,-435 8-610,-209-2-5807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6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2035 24575,'0'-1958'-1365,"0"1881"-5461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9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0 24575,'-9'9'0,"-21"21"0,-32 32 0,-15 24 0,6 6 0,15-3 0,17-8 0,33-18 0,26-20 0,20-17 0,11-12 0,6-10 0,12-4 0,2-4 0,-1 1 0,-4-1 0,5 1 0,-9 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9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0 24575,'0'18'0,"0"24"0,0 32 0,-9 39 0,-3 27 0,-8 18 0,-2-10 0,5-21 0,3-23 0,6-20 0,3-16 0,2-18-8191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1184 24575,'-2'-290'0,"5"-313"0,-2 587 0,-1 0 0,2 0 0,0 0 0,1 1 0,1-1 0,5-15 0,-7 27 0,0-1 0,0 1 0,0 0 0,1 0 0,0 0 0,0 1 0,0-1 0,0 1 0,0-1 0,1 1 0,-1 0 0,1 1 0,0-1 0,0 0 0,0 1 0,0 0 0,1 0 0,-1 0 0,0 1 0,1-1 0,-1 1 0,1 0 0,0 0 0,5 0 0,54-2 0,104 7 0,15 1 0,-113-9-273,0-3 0,-1-3 0,0-3 0,93-31 0,-89 20-6553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1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0 24575,'0'9'0,"0"1"0,0-1 0,1 0 0,0 0 0,1 0 0,0 0 0,0 0 0,1-1 0,0 1 0,0-1 0,1 1 0,0-1 0,1 0 0,0 0 0,0-1 0,1 0 0,-1 0 0,2 0 0,9 8 0,14 16 0,-1 2 0,-1 0 0,-2 2 0,-1 1 0,-2 1 0,25 53 0,-36-61 0,-1 0 0,-2 0 0,0 1 0,-2 0 0,-1 0 0,-2 1 0,-1-1 0,-1 1 0,-4 53 0,-1-57 0,0 0 0,-2-1 0,-2 1 0,0-1 0,-1-1 0,-2 1 0,-21 39 0,24-52 0,-1 0 0,0-1 0,-1 0 0,0 0 0,-1-1 0,-1 0 0,1-1 0,-1 0 0,-1-1 0,0 0 0,0-1 0,-1-1 0,0 1 0,0-2 0,-21 8 0,-8-3 0,42-11 0,1 0 0,-1 0 0,0 1 0,0-1 0,1 0 0,-1 0 0,0 0 0,0 0 0,0 0 0,0 0 0,1 0 0,-1 1 0,0-1 0,0 0 0,0 0 0,0 0 0,0 0 0,1 1 0,-1-1 0,0 0 0,0 0 0,0 0 0,0 0 0,0 1 0,0-1 0,0 0 0,0 0 0,0 1 0,0-1 0,0 0 0,0 0 0,0 0 0,0 1 0,0-1 0,0 0 0,0 0 0,0 0 0,0 1 0,0-1 0,0 0 0,0 0 0,0 0 0,0 1 0,0-1 0,0 0 0,-1 0 0,1 0 0,0 1 0,0-1 0,0 0 0,0 0 0,-1 0 0,1 0 0,0 0 0,0 1 0,0-1 0,0 0 0,-1 0 0,1 0 0,0 0 0,-1 0 0,91 42 0,76 39 0,-146-70 0,-1 2 0,0 0 0,-1 1 0,0 1 0,29 31 0,-43-41 0,0 0 0,0 1 0,0-1 0,-1 1 0,0 0 0,0 0 0,0 0 0,-1 0 0,0 1 0,0-1 0,-1 0 0,0 1 0,0-1 0,0 1 0,-1 0 0,0 10 0,-2-7 0,0 0 0,0 0 0,-1 0 0,0 0 0,-1 0 0,0 0 0,0-1 0,-1 0 0,-11 16 0,3-8 0,0-1 0,-1 0 0,-1-1 0,-1 0 0,0-2 0,0 0 0,-1 0 0,-1-2 0,0 0 0,-22 9 0,26-15 0,-1-1 0,1-1 0,-1 0 0,0-1 0,0-1 0,0 0 0,0-1 0,0 0 0,0-1 0,0-1 0,0-1 0,1 0 0,-27-9 0,18 4 0,1 0 0,-1-2 0,2-1 0,-1-1 0,2 0 0,0-2 0,-34-28 0,42 29-114,0 1 1,0-2-1,1 1 0,1-2 0,0 1 1,1-1-1,1-1 0,0 0 0,1 0 1,1 0-1,-7-28 0,3-14-6712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24575,'1'0'0,"0"0"0,0 0 0,0 0 0,0 0 0,0 1 0,0-1 0,0 0 0,0 1 0,0-1 0,0 1 0,0-1 0,0 1 0,0-1 0,0 1 0,0 0 0,-1-1 0,1 1 0,0 0 0,0 0 0,-1 0 0,1-1 0,-1 1 0,1 0 0,-1 0 0,1 2 0,8 28 0,-8-26 0,18 105 0,-13-63 0,2 0 0,2-1 0,2 0 0,2-1 0,24 52 0,-35-91 0,0-1 0,0 0 0,0 0 0,0 0 0,1 0 0,0 0 0,0-1 0,0 0 0,0 0 0,8 5 0,-11-8 0,0 0 0,1-1 0,-1 1 0,0-1 0,1 1 0,-1-1 0,0 0 0,1 1 0,-1-1 0,1 0 0,-1 0 0,0 0 0,1 0 0,-1 0 0,0-1 0,1 1 0,-1 0 0,3-1 0,-2-1 0,1 1 0,-1-1 0,1 1 0,-1-1 0,0 0 0,0 0 0,0 0 0,0 0 0,0 0 0,0-1 0,0 1 0,1-4 0,3-5 0,-1 0 0,0-1 0,0 1 0,-1-1 0,-1 0 0,0-1 0,-1 1 0,0 0 0,-1-1 0,0 1 0,-2-14 0,-1-12 0,-2-1 0,-11-47 0,11 64 0,-1-1 0,-2 1 0,0 0 0,0 1 0,-2-1 0,-1 1 0,-1 1 0,0 0 0,-2 1 0,-24-30 0,34 46 0,-17-22 0,27 21 0,14 6 0,34 6-112,67 15 352,-107-20-454,-1 2 1,0 0 0,-1 0 0,1 1-1,-1 1 1,15 10 0,1 5-6613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3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 24575,'2'2'0,"-1"1"0,0-1 0,1 1 0,0-1 0,-1 0 0,1 0 0,0 0 0,0 0 0,0 0 0,1 0 0,-1 0 0,0-1 0,1 1 0,-1-1 0,1 1 0,-1-1 0,4 1 0,7 6 0,33 24 0,-3 2 0,72 71 0,-113-102 0,11 10 0,-1 0 0,2-1 0,0-1 0,25 16 0,-37-25 0,0-1 0,1 1 0,-1-1 0,1 0 0,0 1 0,-1-1 0,1-1 0,0 1 0,-1 0 0,1-1 0,0 1 0,0-1 0,0 0 0,0 0 0,-1 0 0,1 0 0,0-1 0,0 1 0,0-1 0,-1 1 0,1-1 0,0 0 0,-1 0 0,1 0 0,-1-1 0,1 1 0,-1-1 0,1 1 0,-1-1 0,0 0 0,0 0 0,0 0 0,0 0 0,0 0 0,0 0 0,-1 0 0,3-5 0,1-1 0,-1 0 0,1-1 0,-2 1 0,1-1 0,-1 0 0,-1-1 0,0 1 0,0 0 0,0 0 0,-1-1 0,-1 1 0,0-1 0,0 1 0,-1-1 0,0 1 0,0-1 0,-1 1 0,-1 0 0,1 0 0,-1 0 0,-1 0 0,0 0 0,0 1 0,-9-14 0,3 7 0,-1 1 0,-1-1 0,0 2 0,0 0 0,-1 0 0,-1 2 0,0-1 0,-1 2 0,0 0 0,-1 0 0,0 2 0,-18-8 0,30 14 0,0 0 0,0 1 0,0 0 0,0 0 0,-1 0 0,1 0 0,0 0 0,-1 1 0,1 0 0,0 0 0,-1 0 0,1 0 0,0 1 0,-1 0 0,1 0 0,0 0 0,0 0 0,0 0 0,0 1 0,0 0 0,-6 3 0,6-1 0,0-1 0,0 1 0,1 0 0,-1 0 0,1 0 0,0 1 0,0-1 0,0 1 0,1-1 0,-1 1 0,1 0 0,0 0 0,1 0 0,-1 1 0,1-1 0,-1 10 0,1 0-99,2 1 0,-1-1 0,2 0 1,0 0-1,1 1 0,0-1 0,6 15 0,-6-18-475,10 30-6252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7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1767 826 24575,'-16'-317'0,"9"257"0,-4 2 0,-1-1 0,-26-68 0,35 117 0,0 0 0,-1 1 0,0-1 0,-1 1 0,0 0 0,0 1 0,-1-1 0,0 1 0,0 0 0,-1 0 0,0 1 0,0 0 0,-1 0 0,0 1 0,0 0 0,0 0 0,-1 1 0,0 0 0,0 0 0,-1 1 0,1 0 0,-1 1 0,0 0 0,-13-2 0,-36-6 0,-1 3 0,-102-1 0,-129 17 0,177-2 0,9-2-120,-212 6 373,224-12-1002,-127-18 0,148 8-6077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9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579 0 24575,'-1'7'0,"1"0"0,-1 0 0,0 0 0,0 0 0,0-1 0,-1 1 0,-5 11 0,-3 11 0,-38 107 0,-94 184 0,-100 116 0,219-397 0,15-22 0,-2-1 0,0 1 0,0-2 0,-2 1 0,0-2 0,-24 24 0,36-38 0,0 0 0,0 0 0,0 0 0,0 0 0,0 0 0,0 0 0,0 0 0,0 0 0,0 0 0,0 0 0,0-1 0,0 1 0,0 0 0,0 0 0,0 0 0,0 0 0,0 0 0,0 0 0,0 0 0,0 0 0,0-1 0,0 1 0,0 0 0,0 0 0,0 0 0,0 0 0,0 0 0,0 0 0,0 0 0,0 0 0,0 0 0,0-1 0,0 1 0,0 0 0,0 0 0,0 0 0,0 0 0,-1 0 0,1 0 0,0 0 0,0 0 0,0 0 0,0 0 0,0 0 0,0 0 0,0 0 0,0 0 0,0 0 0,0 0 0,-1 0 0,1 0 0,12-21 0,22-28 0,2 1 0,2 3 0,2 0 0,2 3 0,2 2 0,57-42 0,-84 70 0,0 0 0,0 2 0,1 0 0,31-13 0,-44 21 0,1 0 0,-1 1 0,1-1 0,-1 1 0,1 0 0,-1 1 0,1-1 0,-1 1 0,1 0 0,0 1 0,-1-1 0,1 1 0,-1 0 0,1 0 0,-1 1 0,1 0 0,-1 0 0,0 0 0,0 0 0,0 1 0,5 3 0,-2 1 0,-1 0 0,0 0 0,-1 0 0,1 1 0,-1 0 0,-1 1 0,0-1 0,0 1 0,0 0 0,-1 0 0,-1 1 0,1-1 0,1 11 0,4 20 0,7 74 0,-15-111 0,7 113-1365,-6-11-5461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9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24575,'9'0'0,"12"0"0,20 9 0,13 3 0,5-1 0,-6 7 0,-13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0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24575,'0'9'0,"0"21"0,0 23 0,0 30 0,0 10 0,0-3 0,9-15 0,12-13 0,2-16-8191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0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 70 24575,'-11'-6'0,"0"1"0,0 1 0,0 0 0,0 0 0,0 1 0,-1 0 0,0 1 0,1 0 0,-1 1 0,-22 1 0,28 1 0,-1 0 0,1 0 0,0 1 0,0 0 0,0 0 0,0 1 0,1-1 0,-1 1 0,1 1 0,-1-1 0,1 1 0,0 0 0,0 0 0,1 0 0,-1 1 0,1-1 0,0 1 0,0 0 0,1 1 0,0-1 0,-1 0 0,-2 10 0,-3 5 0,2 0 0,0 0 0,1 1 0,1 0 0,1 0 0,1 0 0,0 27 0,2-32 0,1-1 0,1 1 0,0-1 0,1 1 0,1-1 0,0 1 0,1-1 0,1 0 0,0-1 0,15 28 0,-16-36 0,0 0 0,0-1 0,1 0 0,0 0 0,0 0 0,0 0 0,1-1 0,-1 0 0,1 0 0,0 0 0,0-1 0,0 0 0,0 0 0,1-1 0,0 1 0,-1-1 0,1-1 0,0 1 0,0-1 0,-1-1 0,12 1 0,5-2 0,0 0 0,0-2 0,0 0 0,0-1 0,25-9 0,14-8 0,-2-2 0,0-2 0,-2-3 0,-1-3 0,-1-2 0,65-51 0,-103 70 24,-1 0 0,-1 0 0,0-2 0,27-34 0,-39 43-117,1 0 0,-1 0 0,0 0 1,-1-1-1,0 1 0,0-1 0,0 0 0,-1 0 1,0 0-1,-1 0 0,0 0 0,0 0 0,-1-1 1,0 1-1,-2-16 0,-17-45-6733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1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24575,'18'27'0,"15"27"0,11 58 0,-2 55 0,-9 36 0,-9 9 0,-9-4 0,-7-28 0,-5-36 0,-3-42-8191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1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1 583 24575,'62'-4'0,"0"-2"0,0-3 0,98-27 0,-122 27 0,-10 3 0,0-2 0,0-1 0,-1-1 0,0-1 0,-1-2 0,31-19 0,-46 24 0,0 1 0,-1-1 0,-1-1 0,0 0 0,0-1 0,0 1 0,-1-1 0,-1-1 0,0 0 0,0 0 0,-1 0 0,0-1 0,-1 0 0,0 0 0,-1 0 0,3-18 0,-6 23 0,0 0 0,-1 0 0,0 0 0,0 0 0,0 0 0,-1 0 0,0 0 0,0 1 0,-1-1 0,0 0 0,0 1 0,-1-1 0,0 1 0,0 0 0,0 0 0,-1 0 0,0 0 0,0 0 0,0 1 0,-1 0 0,1 0 0,-1 0 0,-1 0 0,1 1 0,-1 0 0,-6-4 0,-5-3 0,0 2 0,-1 0 0,0 1 0,0 0 0,-1 2 0,0 0 0,0 1 0,-24-2 0,36 6 0,1 0 0,-1 1 0,0 0 0,0 0 0,1 0 0,-1 1 0,0 0 0,1 1 0,-1-1 0,1 1 0,-1 0 0,1 1 0,0 0 0,0 0 0,0 0 0,0 1 0,1 0 0,-10 7 0,8-4 0,1 0 0,0 1 0,0 0 0,0-1 0,1 2 0,1-1 0,-1 1 0,1-1 0,1 1 0,-1 1 0,1-1 0,-2 14 0,4-19-49,0-1 1,0 0-1,1 1 0,-1-1 0,1 1 1,0 0-1,0-1 0,0 1 0,0-1 1,1 1-1,-1-1 0,1 1 0,0-1 1,0 0-1,0 1 0,1-1 0,-1 0 1,1 0-1,0 1 0,0-1 0,0-1 1,0 1-1,0 0 0,0 0 0,1-1 0,0 1 1,3 2-1,38 17-6777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24575,'0'27'0,"-9"63"0,-12 61 0,-2 58 0,2 31 0,6-8 0,4-17 0,5-8 0,3-22 0,2-33 0,1-43-8191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2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0 694 24575,'38'-17'0,"55"-16"0,-57 22 0,0-2 0,39-20 0,-64 27 0,-1 0 0,0-1 0,0 0 0,0-1 0,-1 0 0,0 0 0,-1-1 0,0 0 0,0 0 0,12-21 0,-16 22 0,0 0 0,-1-1 0,0 1 0,-1-1 0,0 0 0,0 0 0,-1 0 0,0 0 0,0 0 0,-1 0 0,0 0 0,-1 0 0,0 0 0,-1 0 0,1 0 0,-2 1 0,1-1 0,-7-14 0,-4-6 0,-1 2 0,-1 0 0,-1 0 0,-23-28 0,25 36 0,-1 1 0,0 0 0,-30-25 0,41 39 0,0 1 0,0-1 0,0 1 0,0 0 0,-1 1 0,0-1 0,1 1 0,-1 0 0,0 0 0,0 0 0,0 1 0,0-1 0,0 1 0,-1 0 0,1 1 0,0-1 0,0 1 0,-1 0 0,1 1 0,0-1 0,0 1 0,-10 3 0,11-3 0,1 1 0,-1 0 0,1 1 0,0-1 0,-1 1 0,1-1 0,0 1 0,1 0 0,-1 0 0,0 0 0,1 0 0,0 1 0,0-1 0,0 1 0,0-1 0,0 1 0,1 0 0,-2 6 0,-1 4 0,0 2 0,2-1 0,-2 25 0,3-11 0,2 1 0,1-1 0,2 0 0,1 0 0,1 0 0,1-1 0,1 0 0,2 0 0,1-1 0,1 0 0,24 38 0,-13-27 0,3 0 0,1-2 0,1-1 0,2-2 0,2 0 0,67 53 0,-91-80 0,0 1 0,1-2 0,0 1 0,1-1 0,-1 0 0,1-1 0,0 0 0,20 5 0,-25-9 0,0 1 0,0-1 0,0 0 0,0 0 0,0-1 0,0 1 0,0-1 0,0 0 0,-1-1 0,1 1 0,0-1 0,0 0 0,-1 0 0,1 0 0,-1-1 0,0 1 0,0-1 0,0 0 0,0 0 0,6-8 0,5-7-170,-2 0-1,0-1 0,-1-1 1,-1 0-1,-1 0 0,-1-1 1,10-34-1,13-48-6655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3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24575,'2'0'0,"1"1"0,-1-1 0,0 1 0,1 0 0,-1-1 0,0 1 0,0 0 0,1 1 0,-1-1 0,0 0 0,0 1 0,0-1 0,0 1 0,-1-1 0,1 1 0,0 0 0,-1 0 0,1 0 0,-1 0 0,0 0 0,1 0 0,0 3 0,24 59 0,-24-56 0,22 80 0,-5 1 0,-4 1 0,-3 0 0,-1 113 0,-11-202 0,2 23 0,-1 1 0,-2-1 0,0 1 0,-9 41 0,38-170 0,-11 60 0,1 1 0,3 1 0,1 1 0,49-69 0,-59 95 0,0 0 0,2 2 0,-1-1 0,2 2 0,0 0 0,22-14 0,-26 20 0,0 0 0,0 0 0,1 2 0,0-1 0,0 2 0,0-1 0,0 2 0,1-1 0,-1 2 0,23-1 0,-27 2-5,1 1-1,0 0 0,0 0 0,-1 1 1,1 0-1,-1 1 0,0 0 0,1 0 1,-1 0-1,0 1 0,-1 1 0,1-1 1,7 7-1,-4-2 31,-1 1 0,0 0 0,0 0 0,-1 1 0,0 1 0,-1 0 0,9 17 0,1 8-322,-2 0 0,-2 2 0,-1-1 0,12 66 0,-12-36-6529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09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24575,'60'12'0,"1"-2"0,1-3 0,82-1 0,-59-4 0,1651 13 0,-789-17 0,945 72 0,-1310-42 0,447 31 0,-869-46-1365,-32-2-5461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12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1 569 24575,'0'814'0,"0"-801"0,0 1 0,0-1 0,1 0 0,1 0 0,0 1 0,0-1 0,10 25 0,-9-33 0,0 0 0,1 0 0,0 0 0,0 0 0,0 0 0,1-1 0,-1 0 0,1 1 0,0-2 0,0 1 0,1-1 0,-1 0 0,1 0 0,-1 0 0,1-1 0,0 0 0,0 0 0,0 0 0,0-1 0,1 0 0,7 1 0,43 4 0,101-3 0,204-18 0,131-17 0,1377-67-7884,-918 74 4876,7 27 3652,1173 124 9604,-1349-42-10248,355 37 0,-1029-110 0,336 30 0,-61 1 0,41 3 0,501 28 0,-465-38 0,-374-34 0,0-3 0,0-5 0,110-21 0,-66-1 0,214-35 0,-24 47 0,336 25 0,639 65 0,-558-26 0,410-21 0,-568-20 0,18 7 0,670 10 0,-940-31 0,0-14 0,-2-14 0,345-85 0,971-186 0,-1470 283 0,741-84 0,-460 77 0,401-37 0,157-94 0,-737 98 0,432-161 0,-381 91 0,219-79 0,-153 112 0,6 32 0,-214 39 0,1028-198 0,-1041 199 0,273-12 0,-203 24 0,-123 7-1365,-25 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13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24575,'22'1'0,"-1"1"0,1 1 0,-1 0 0,1 2 0,-1 1 0,22 8 0,117 59 0,-108-47 0,103 56 0,81 36 0,-205-106 0,0-1 0,0-1 0,1-2 0,0-1 0,1-2 0,36 2 0,6-7 0,-37 0 0,-1 1 0,1 1 0,49 11 0,-79-11 0,0 0 0,0 0 0,-1 1 0,1 0 0,-1 0 0,0 1 0,9 5 0,-13-7 0,-1 1 0,1-1 0,-1 1 0,1 0 0,-1-1 0,0 1 0,0 0 0,0 0 0,0 0 0,0 1 0,-1-1 0,0 0 0,1 1 0,-1-1 0,0 1 0,-1-1 0,1 1 0,-1-1 0,1 5 0,-2 5 0,1 0 0,-2 1 0,0-1 0,0 0 0,-1 0 0,-9 21 0,-37 79 0,-240 390 0,216-386 0,-52 78 0,39-66 0,-105 213 0,165-276-1365,8-10-5461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9:4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24575,'13'7'0,"1"-1"0,0 0 0,0-1 0,0 0 0,1-2 0,22 5 0,16 2 0,259 45 0,217 18 0,188 8-347,-107-18-753,962 116 547,-1130-101 887,-386-65-293,76 30 1,-110-34-38,0 1-1,-1 1 1,-1 0-1,0 2 0,26 21 1,-34-24-5,-1 1 0,0 0-1,-1 1 1,0 0 0,-1 0 0,-1 1 0,0 0 0,13 29 0,-14-21-1,0 0 1,-1 0 0,-1 1-1,-1 0 1,-1 0 0,-1 0-1,-2 30 1,-7 74 1,-31 156 0,-74 308 0,2-66-50,-210 1113-230,134 8-225,127 13-1,58-1046 474,-13 1238-145,-30-1073 657,-32-13 565,-41 655 360,161 783-1202,-17-1820-203,87 1722 0,-94-1644 0,20-2 0,110 507 0,-76-638 0,-73-318 0,1-1 0,-1 0 0,0 1 0,0 0 0,-1-1 0,0 1 0,-1-1 0,0 1 0,0-1 0,-1 1 0,0-1 0,0 0 0,-1 0 0,0 0 0,-7 12 0,2-9 0,0-1 0,-1 0 0,0 0 0,-1-1 0,0 0 0,0 0 0,-1-1 0,-23 12 0,-15 10 0,-2-4 0,0-1 0,-2-2 0,0-3 0,-2-3 0,0-1 0,0-3 0,-2-3 0,-110 7 0,64-14 0,-1-5 0,1-4 0,-129-24 0,-22-24 46,-127-25-1457,255 57-5415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3:36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1245 24575,'0'-1209'-1365,"0"1173"-5461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45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1314 24575,'14'-322'0,"-2"97"0,-3-424 0,-8 631 0,-2 9 0,1 0 0,1 0 0,0 1 0,0-1 0,0 0 0,1 1 0,6-17 0,-8 24 0,1 0 0,0 0 0,-1 0 0,1 0 0,0 1 0,0-1 0,0 0 0,-1 0 0,1 1 0,0-1 0,0 0 0,0 1 0,0-1 0,0 1 0,0-1 0,0 1 0,1 0 0,-1-1 0,0 1 0,0 0 0,0 0 0,0 0 0,0 0 0,0 0 0,1 0 0,-1 0 0,0 0 0,0 0 0,0 0 0,0 1 0,0-1 0,2 1 0,35 18 0,-35-17 0,27 16 0,1-1 0,0-2 0,2-1 0,67 19 0,139 11 0,-192-37 0,900 97 0,18-41 0,-834-55 0,1994 40 0,-1984-47 0,1354 27 0,432-1 0,-960-40 0,855-2 0,-1380 29 0,728 116 0,305 90 0,-428-73 0,-1034-145 0,-1 0 0,1 0 0,-1 1 0,1 1 0,-1 0 0,0 1 0,-1 0 0,1 1 0,19 13 0,-23-11 0,-1-1 0,0 1 0,0 0 0,0 1 0,-1 0 0,-1 0 0,1 0 0,-2 1 0,1-1 0,-1 1 0,-1 0 0,4 16 0,15 71 0,-5 1 0,6 142 0,47 1642 0,-56-1172 0,-3-310 0,30 2027 0,-40-2194 0,-6 523 0,-33 2 0,-28-132 0,-8 97 0,52 7 0,119 176 0,-52-591 0,81 689-4,50 365 15,51-18-111,-116-834-273,-8-78 280,-6-49 93,96 429 0,-144-557 0,18 310 0,-33 62 129,64 763 301,31-296-430,-93-856 0,111 387 0,129 227 0,-94-313 0,50 114 0,-137-401 0,-17-33 0,66 313 0,-126-412 0,-5 0 0,-5 222 0,-9-217 0,-4 1556 0,1-1570 0,-4-1 0,-6 0 0,-5 0 0,-4-2 0,-6-1 0,-5-1 0,-53 119 0,42-128 0,-6-2 0,-3-2 0,-120 164 0,141-225 0,-2-2 0,-1-1 0,-2-2 0,-61 42 0,-180 96 0,196-129 0,-2-2 0,-1-5 0,-2-4 0,-2-3 0,-154 28 0,-521 60 0,585-87 0,-404 73 0,6 30 0,285-49 0,-209 56 0,-16-6 0,378-90 0,2 6 0,-152 78 0,48-19 0,-549 179 0,784-285 0,-39 12 0,-1-2 0,0-2 0,-1-2 0,-70 4 0,-28-11 0,0-7 0,-225-36 0,328 33 0,-1-1 0,1-2 0,0-1 0,1-3 0,1-2 0,-50-27 0,89 43 0,0 0 0,1-1 0,-1 1 0,0 0 0,0 1 0,0-1 0,0 0 0,0 0 0,0 1 0,0-1 0,0 1 0,0 0 0,0-1 0,0 1 0,0 0 0,0 0 0,0 0 0,0 1 0,-3 0 0,3 0 0,0 1 0,0-1 0,0 1 0,1 0 0,-1 0 0,1 0 0,-1-1 0,1 2 0,0-1 0,-1 0 0,1 0 0,0 0 0,1 0 0,-1 1 0,0-1 0,0 4 0,-23 96 0,4 2 0,-8 126 0,5-25 0,-10 65 0,33-263-61,0-1-11,0 0-1,0 0 1,-1 0-1,0 0 1,0 0-1,0 0 1,-1 0-1,0-1 1,0 1 0,-1 0-1,1-1 1,-1 0-1,0 1 1,-1-1-1,1 0 1,-1-1-1,-7 8 1,-26 4-6754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46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24575,'12'11'0,"19"21"0,23 32 0,18 29 0,8 20 0,2 8 0,-13-5 0,-7-17 0,-9-42 0,15-65 0,24-69 0,19-34 0,2-9 0,-8 17 0,-21 24-8191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4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8743 11298 24575,'7'-33'0,"-2"-1"0,-1 1 0,-2-67 0,-7-71 0,-8 1 0,-35-174 0,-97-334 0,70 367 0,73 302 0,-1 0 0,0 0 0,-1 0 0,1 0 0,-2 0 0,1 1 0,-1 0 0,-12-15 0,11 17 0,0 1 0,0 0 0,-1 0 0,0 1 0,0 0 0,0 0 0,0 1 0,0-1 0,-1 2 0,0-1 0,-10-2 0,-20-2 0,0 2 0,-75-2 0,-197 11 0,-137 13 0,-1321 32-599,-37-99-1,1590 34 710,-715-32 979,50 48-1089,804-5 0,0-3 0,1-4 0,-140-40 0,182 42 0,2-1 0,-1-1 0,1-2 0,1 0 0,1-3 0,0 0 0,-52-43 0,68 48 0,0 0 0,0-1 0,1 0 0,1-1 0,0 0 0,1-1 0,1 0 0,0-1 0,1 0 0,0 0 0,2-1 0,0 0 0,1 0 0,0-1 0,2 1 0,-3-33 0,11-304 0,2 182 0,-4-917 0,-20 739 0,-69-388 0,-36-253 0,109 679 0,-29-469 0,-62 8 0,-39 143 0,-41-218 0,124 532 0,-49-325 0,101 551 0,-11-84 0,11 114 0,3 0 0,5-94 0,1 74 0,5 21-1365,2 37-5461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8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24575,'0'-5'0,"11"-14"0,10-3 0,12-9 0,6 0 0,2 6 0,0 7 0,-2 7 0,4 22 0,1 25 0,-3 19 0,-2 22 0,4 15 0,0 14 0,-2-6 0,-8-19-8191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697 0 24575,'-6'0'0,"-29"17"0,-32 17 0,-55 30 0,-17 10 0,3-1 0,25-9 0,31-14-8191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0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 24575,'-2'78'0,"0"-33"0,7 80 0,-3-111 0,0-1 0,1 0 0,0 0 0,1 0 0,0 0 0,1 0 0,1-1 0,0 0 0,1 0 0,10 14 0,10 7 0,-15-20 0,-1 1 0,0 0 0,-1 1 0,13 24 0,-21-35 0,-1 0 0,1 0 0,-1 1 0,0-1 0,0 0 0,0 1 0,0-1 0,-1 1 0,1-1 0,-1 1 0,-1-1 0,1 1 0,0-1 0,-1 0 0,0 1 0,0-1 0,-1 1 0,1-1 0,-1 0 0,0 0 0,0 0 0,-5 7 0,4-5 0,-1-1 0,0 0 0,0 0 0,-1 0 0,0-1 0,1 1 0,-1-1 0,-1 0 0,1-1 0,-1 1 0,1-1 0,-1 0 0,0 0 0,0-1 0,0 0 0,-1 0 0,1 0 0,-7 0 0,8-2 0,1 0 0,-1 0 0,1-1 0,-1 1 0,1-1 0,-1 0 0,1 0 0,0-1 0,-1 0 0,1 1 0,0-1 0,0-1 0,0 1 0,0 0 0,0-1 0,1 0 0,-1 0 0,1 0 0,0 0 0,0-1 0,0 1 0,0-1 0,1 0 0,-1 0 0,1 0 0,-3-6 0,-16-45-1365,7-1-5461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24575,'6'0'0,"7"-5"0,13-3 0,24 1 0,21 2 0,3 0 0,-10 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1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 24575,'-11'11'0,"-4"15"0,1 25 0,3 22 0,-3 14 0,1 4 0,3-8 0,4-12 0,13-13 0,6-16-8191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 24575,'11'0'0,"21"22"0,16 25 0,0 26 0,-9 12 0,-10 3 0,-11 4 0,-24 2 0,-29 2 0,-31-3 0,-20-13 0,-2-14 0,9-18 0,12-17 0,11-15 0,16-9-8191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41:17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9391 24575,'-1'-310'0,"3"-322"0,49 175 0,-10 147 0,6-71 0,-7 65 0,151-823 0,-168 1030 0,0-8 0,56-164 0,-8 78 0,46-221 0,-14 1 0,-38 160 0,209-612 0,-21 83 0,-126 122 0,-37 152 0,-56 350 0,48-191 0,-75 339 0,0 0 0,1 1 0,1 0 0,1 1 0,0 0 0,2 0 0,0 1 0,1 1 0,0 0 0,1 1 0,1 0 0,1 1 0,22-15 0,-16 14 0,1 1 0,0 2 0,2 0 0,-1 2 0,1 0 0,1 2 0,-1 1 0,1 1 0,48-5 0,1193-53 0,-773 49 0,-239 6 0,855-40 0,-914 37 0,528-44 0,336-3 0,-1042 58 0,251-12-1365,-189 6-5461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41:18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24575,'22'28'0,"25"21"0,43 35 0,45 26 0,23 11 0,1-9 0,-26-18 0,-36-15 0,-80 15 0,-76 23 0,-55 21 0,-27 3 0,7-5 0,25-20 0,31-30-8191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5" name="Shape 3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\mathbf{h} = f(\mathbf{W} \mathbf{e} + \mathbf{b}_1)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3" name="Shape 6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Answer is (b)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/>
          <a:lstStyle>
            <a:lvl1pPr marL="603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lnSpc>
                <a:spcPct val="100000"/>
              </a:lnSpc>
              <a:spcBef>
                <a:spcPts val="4500"/>
              </a:spcBef>
              <a:defRPr sz="3800"/>
            </a:lvl1pPr>
            <a:lvl2pPr marL="808264" indent="-465364">
              <a:lnSpc>
                <a:spcPct val="100000"/>
              </a:lnSpc>
              <a:spcBef>
                <a:spcPts val="4500"/>
              </a:spcBef>
              <a:defRPr sz="3800"/>
            </a:lvl2pPr>
            <a:lvl3pPr marL="1151164" indent="-465364">
              <a:lnSpc>
                <a:spcPct val="100000"/>
              </a:lnSpc>
              <a:spcBef>
                <a:spcPts val="4500"/>
              </a:spcBef>
              <a:defRPr sz="3800"/>
            </a:lvl3pPr>
            <a:lvl4pPr marL="1494064" indent="-465364">
              <a:lnSpc>
                <a:spcPct val="100000"/>
              </a:lnSpc>
              <a:spcBef>
                <a:spcPts val="4500"/>
              </a:spcBef>
              <a:defRPr sz="3800"/>
            </a:lvl4pPr>
            <a:lvl5pPr marL="1836964" indent="-465364">
              <a:lnSpc>
                <a:spcPct val="100000"/>
              </a:lnSpc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  <a:lvl2pPr>
              <a:lnSpc>
                <a:spcPct val="100000"/>
              </a:lnSpc>
            </a:lvl2pPr>
            <a:lvl3pPr>
              <a:lnSpc>
                <a:spcPct val="100000"/>
              </a:lnSpc>
            </a:lvl3pPr>
            <a:lvl4pPr>
              <a:lnSpc>
                <a:spcPct val="100000"/>
              </a:lnSpc>
            </a:lvl4pPr>
            <a:lvl5pPr>
              <a:lnSpc>
                <a:spcPct val="100000"/>
              </a:lnSpc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9pPr>
    </p:titleStyle>
    <p:bodyStyle>
      <a:lvl1pPr marL="611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t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9.png"/><Relationship Id="rId18" Type="http://schemas.openxmlformats.org/officeDocument/2006/relationships/customXml" Target="../ink/ink7.xml"/><Relationship Id="rId3" Type="http://schemas.openxmlformats.org/officeDocument/2006/relationships/image" Target="../media/image13.png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customXml" Target="../ink/ink4.xml"/><Relationship Id="rId17" Type="http://schemas.openxmlformats.org/officeDocument/2006/relationships/image" Target="../media/image21.png"/><Relationship Id="rId2" Type="http://schemas.openxmlformats.org/officeDocument/2006/relationships/image" Target="../media/image12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10" Type="http://schemas.openxmlformats.org/officeDocument/2006/relationships/customXml" Target="../ink/ink3.xml"/><Relationship Id="rId19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21" Type="http://schemas.openxmlformats.org/officeDocument/2006/relationships/customXml" Target="../ink/ink18.xml"/><Relationship Id="rId34" Type="http://schemas.openxmlformats.org/officeDocument/2006/relationships/image" Target="../media/image47.png"/><Relationship Id="rId7" Type="http://schemas.openxmlformats.org/officeDocument/2006/relationships/customXml" Target="../ink/ink11.xml"/><Relationship Id="rId12" Type="http://schemas.openxmlformats.org/officeDocument/2006/relationships/image" Target="../media/image36.png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33" Type="http://schemas.openxmlformats.org/officeDocument/2006/relationships/customXml" Target="../ink/ink24.xml"/><Relationship Id="rId38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customXml" Target="../ink/ink13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26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customXml" Target="../ink/ink17.xml"/><Relationship Id="rId31" Type="http://schemas.openxmlformats.org/officeDocument/2006/relationships/customXml" Target="../ink/ink23.xml"/><Relationship Id="rId4" Type="http://schemas.openxmlformats.org/officeDocument/2006/relationships/image" Target="../media/image32.png"/><Relationship Id="rId9" Type="http://schemas.openxmlformats.org/officeDocument/2006/relationships/customXml" Target="../ink/ink12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21.xml"/><Relationship Id="rId30" Type="http://schemas.openxmlformats.org/officeDocument/2006/relationships/image" Target="../media/image45.png"/><Relationship Id="rId35" Type="http://schemas.openxmlformats.org/officeDocument/2006/relationships/customXml" Target="../ink/ink25.xml"/><Relationship Id="rId8" Type="http://schemas.openxmlformats.org/officeDocument/2006/relationships/image" Target="../media/image34.png"/><Relationship Id="rId3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customXml" Target="../ink/ink2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customXml" Target="../ink/ink27.xml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customXml" Target="../ink/ink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0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5.png"/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12" Type="http://schemas.openxmlformats.org/officeDocument/2006/relationships/customXml" Target="../ink/ink31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11" Type="http://schemas.openxmlformats.org/officeDocument/2006/relationships/image" Target="../media/image71.png"/><Relationship Id="rId5" Type="http://schemas.openxmlformats.org/officeDocument/2006/relationships/image" Target="../media/image92.png"/><Relationship Id="rId10" Type="http://schemas.openxmlformats.org/officeDocument/2006/relationships/image" Target="../media/image94.tif"/><Relationship Id="rId4" Type="http://schemas.openxmlformats.org/officeDocument/2006/relationships/image" Target="../media/image91.png"/><Relationship Id="rId9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customXml" Target="../ink/ink37.xml"/><Relationship Id="rId18" Type="http://schemas.openxmlformats.org/officeDocument/2006/relationships/image" Target="../media/image104.png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12" Type="http://schemas.openxmlformats.org/officeDocument/2006/relationships/image" Target="../media/image101.png"/><Relationship Id="rId17" Type="http://schemas.openxmlformats.org/officeDocument/2006/relationships/customXml" Target="../ink/ink39.xml"/><Relationship Id="rId2" Type="http://schemas.openxmlformats.org/officeDocument/2006/relationships/image" Target="../media/image96.png"/><Relationship Id="rId16" Type="http://schemas.openxmlformats.org/officeDocument/2006/relationships/image" Target="../media/image103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png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10" Type="http://schemas.openxmlformats.org/officeDocument/2006/relationships/image" Target="../media/image100.png"/><Relationship Id="rId19" Type="http://schemas.openxmlformats.org/officeDocument/2006/relationships/customXml" Target="../ink/ink40.xml"/><Relationship Id="rId4" Type="http://schemas.openxmlformats.org/officeDocument/2006/relationships/image" Target="../media/image97.png"/><Relationship Id="rId9" Type="http://schemas.openxmlformats.org/officeDocument/2006/relationships/customXml" Target="../ink/ink35.xml"/><Relationship Id="rId14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customXml" Target="../ink/ink42.xml"/><Relationship Id="rId4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298983000" TargetMode="Externa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2026-10-16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1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275467"/>
            <a:ext cx="19759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Chen, Karthik Narasimhan, and Justin Johnson, Chris Manning, Abigail See, Andrej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Karpathy</a:t>
            </a:r>
            <a:endParaRPr lang="en-US" sz="3600" kern="1200" dirty="0">
              <a:solidFill>
                <a:srgbClr val="E7E6E6">
                  <a:lumMod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Recurrent Neural Networks</a:t>
            </a:r>
            <a:endParaRPr lang="en-US" sz="8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C8FF1-5D26-36AE-F553-D9BF713DA40C}"/>
              </a:ext>
            </a:extLst>
          </p:cNvPr>
          <p:cNvSpPr txBox="1"/>
          <p:nvPr/>
        </p:nvSpPr>
        <p:spPr>
          <a:xfrm>
            <a:off x="3917604" y="8570254"/>
            <a:ext cx="1612127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How to model sequences using neural networks?</a:t>
            </a:r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146" name="What is a recurrent neural network (RNN)?…"/>
          <p:cNvSpPr txBox="1">
            <a:spLocks noGrp="1"/>
          </p:cNvSpPr>
          <p:nvPr>
            <p:ph type="body" sz="half" idx="1"/>
          </p:nvPr>
        </p:nvSpPr>
        <p:spPr>
          <a:xfrm>
            <a:off x="4647266" y="4381029"/>
            <a:ext cx="13132970" cy="5162815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What is a recurrent neural network (RNN)?</a:t>
            </a:r>
          </a:p>
          <a:p>
            <a:pPr>
              <a:defRPr b="1"/>
            </a:pPr>
            <a:r>
              <a:t>Simple RNNs</a:t>
            </a:r>
          </a:p>
          <a:p>
            <a:r>
              <a:t>Backpropagation through time</a:t>
            </a:r>
          </a:p>
          <a:p>
            <a:r>
              <a:t>Applications</a:t>
            </a:r>
          </a:p>
          <a:p>
            <a:r>
              <a:t>Variants: Stacked RNNs, Bidirectional RNNs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What are recurrent neural networks?"/>
          <p:cNvSpPr txBox="1">
            <a:spLocks noGrp="1"/>
          </p:cNvSpPr>
          <p:nvPr>
            <p:ph type="title"/>
          </p:nvPr>
        </p:nvSpPr>
        <p:spPr>
          <a:xfrm>
            <a:off x="4208597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What are recurrent neural networks?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Recurrent neural networks (RNNs)</a:t>
            </a:r>
          </a:p>
        </p:txBody>
      </p:sp>
      <p:sp>
        <p:nvSpPr>
          <p:cNvPr id="152" name="Recurrent neural networks = A class of neural networks used to model sequences, allows for handling of variable length inputs.…"/>
          <p:cNvSpPr txBox="1">
            <a:spLocks noGrp="1"/>
          </p:cNvSpPr>
          <p:nvPr>
            <p:ph type="body" sz="half" idx="1"/>
          </p:nvPr>
        </p:nvSpPr>
        <p:spPr>
          <a:xfrm>
            <a:off x="4630482" y="6254742"/>
            <a:ext cx="15609095" cy="7129798"/>
          </a:xfrm>
          <a:prstGeom prst="rect">
            <a:avLst/>
          </a:prstGeom>
        </p:spPr>
        <p:txBody>
          <a:bodyPr/>
          <a:lstStyle/>
          <a:p>
            <a:r>
              <a:t>Recurrent neural networks = A class of neural networks used to model sequences, allows for handling of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variable length inputs</a:t>
            </a:r>
            <a:r>
              <a:t>.</a:t>
            </a:r>
          </a:p>
          <a:p>
            <a:endParaRPr/>
          </a:p>
          <a:p>
            <a:r>
              <a:t>Very crucial in NLP problems (different from images) because sentences/paragraphs are variable-length, sequential inputs.</a:t>
            </a:r>
          </a:p>
        </p:txBody>
      </p:sp>
      <p:sp>
        <p:nvSpPr>
          <p:cNvPr id="153" name="How can we model sequences using neural networks?"/>
          <p:cNvSpPr txBox="1"/>
          <p:nvPr/>
        </p:nvSpPr>
        <p:spPr>
          <a:xfrm>
            <a:off x="5309705" y="2548703"/>
            <a:ext cx="1376459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How can we model sequences using neural networks?</a:t>
            </a:r>
          </a:p>
        </p:txBody>
      </p:sp>
      <p:grpSp>
        <p:nvGrpSpPr>
          <p:cNvPr id="174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162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54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55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6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9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60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61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68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63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6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5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66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67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73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169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0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1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2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94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183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75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76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7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8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9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0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81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82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89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84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85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6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87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88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190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1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2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95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196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dirty="0"/>
              <a:t>Recurrent neural networks (RNNs)</a:t>
            </a:r>
          </a:p>
        </p:txBody>
      </p:sp>
      <p:sp>
        <p:nvSpPr>
          <p:cNvPr id="199" name="A class of neural networks allowing to handle variable length inputs"/>
          <p:cNvSpPr txBox="1">
            <a:spLocks noGrp="1"/>
          </p:cNvSpPr>
          <p:nvPr>
            <p:ph type="body" sz="quarter" idx="1"/>
          </p:nvPr>
        </p:nvSpPr>
        <p:spPr>
          <a:xfrm>
            <a:off x="4199809" y="2589623"/>
            <a:ext cx="16273402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t>A class of neural networks allowing to handle </a:t>
            </a:r>
            <a:r>
              <a:rPr b="1"/>
              <a:t>variable length inputs</a:t>
            </a:r>
          </a:p>
        </p:txBody>
      </p:sp>
      <p:grpSp>
        <p:nvGrpSpPr>
          <p:cNvPr id="203" name="Group"/>
          <p:cNvGrpSpPr/>
          <p:nvPr/>
        </p:nvGrpSpPr>
        <p:grpSpPr>
          <a:xfrm>
            <a:off x="4717437" y="3995608"/>
            <a:ext cx="17019319" cy="7788333"/>
            <a:chOff x="0" y="0"/>
            <a:chExt cx="17019318" cy="778833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A function:"/>
                <p:cNvSpPr txBox="1"/>
                <p:nvPr/>
              </p:nvSpPr>
              <p:spPr>
                <a:xfrm>
                  <a:off x="0" y="5979383"/>
                  <a:ext cx="10895359" cy="165037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A function: </a:t>
                  </a:r>
                  <a14:m>
                    <m:oMath xmlns:m="http://schemas.openxmlformats.org/officeDocument/2006/math"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RNN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endParaRPr sz="3800"/>
                </a:p>
              </p:txBody>
            </p:sp>
          </mc:Choice>
          <mc:Fallback>
            <p:sp>
              <p:nvSpPr>
                <p:cNvPr id="200" name="A function: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5979383"/>
                  <a:ext cx="10895359" cy="1650370"/>
                </a:xfrm>
                <a:prstGeom prst="rect">
                  <a:avLst/>
                </a:prstGeom>
                <a:blipFill>
                  <a:blip r:embed="rId2"/>
                  <a:stretch>
                    <a:fillRect l="-190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Group"/>
                <p:cNvSpPr txBox="1"/>
                <p:nvPr/>
              </p:nvSpPr>
              <p:spPr>
                <a:xfrm>
                  <a:off x="9171719" y="5876165"/>
                  <a:ext cx="7847600" cy="19121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sup>
                      </m:sSup>
                    </m:oMath>
                  </a14:m>
                  <a:endParaRPr sz="3800"/>
                </a:p>
              </p:txBody>
            </p:sp>
          </mc:Choice>
          <mc:Fallback>
            <p:sp>
              <p:nvSpPr>
                <p:cNvPr id="201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1719" y="5876165"/>
                  <a:ext cx="7847600" cy="1912167"/>
                </a:xfrm>
                <a:prstGeom prst="rect">
                  <a:avLst/>
                </a:prstGeom>
                <a:blipFill>
                  <a:blip r:embed="rId3"/>
                  <a:stretch>
                    <a:fillRect l="-256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3171" y="0"/>
              <a:ext cx="13154949" cy="533373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4" name="Core idea: apply the same weights repeatedly at different positions"/>
          <p:cNvSpPr txBox="1"/>
          <p:nvPr/>
        </p:nvSpPr>
        <p:spPr>
          <a:xfrm>
            <a:off x="4272754" y="12107879"/>
            <a:ext cx="1681061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Core idea: apply the same weights repeatedly at different positions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NNs vs Feedforward N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RNNs vs Feedforward NNs</a:t>
            </a:r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2"/>
          <a:srcRect r="49897"/>
          <a:stretch>
            <a:fillRect/>
          </a:stretch>
        </p:blipFill>
        <p:spPr>
          <a:xfrm>
            <a:off x="12726804" y="3640288"/>
            <a:ext cx="6334350" cy="6985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" descr="Image"/>
          <p:cNvPicPr>
            <a:picLocks noChangeAspect="1"/>
          </p:cNvPicPr>
          <p:nvPr/>
        </p:nvPicPr>
        <p:blipFill>
          <a:blip r:embed="rId2"/>
          <a:srcRect l="50289"/>
          <a:stretch>
            <a:fillRect/>
          </a:stretch>
        </p:blipFill>
        <p:spPr>
          <a:xfrm>
            <a:off x="5671914" y="3640288"/>
            <a:ext cx="6284733" cy="6985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Recurrent neural networks (RNNs)</a:t>
            </a:r>
          </a:p>
        </p:txBody>
      </p:sp>
      <p:sp>
        <p:nvSpPr>
          <p:cNvPr id="211" name="Proven to be an highly effective approach to language modeling, sequence tagging as well as text classification tasks:"/>
          <p:cNvSpPr txBox="1">
            <a:spLocks noGrp="1"/>
          </p:cNvSpPr>
          <p:nvPr>
            <p:ph type="body" sz="quarter" idx="1"/>
          </p:nvPr>
        </p:nvSpPr>
        <p:spPr>
          <a:xfrm>
            <a:off x="4560662" y="2835003"/>
            <a:ext cx="15262675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rPr dirty="0"/>
              <a:t>Proven to be an highly effective approach to </a:t>
            </a:r>
            <a:r>
              <a:rPr b="1" dirty="0"/>
              <a:t>language modeling</a:t>
            </a:r>
            <a:r>
              <a:rPr dirty="0"/>
              <a:t>, </a:t>
            </a:r>
            <a:r>
              <a:rPr b="1" dirty="0"/>
              <a:t>sequence tagging</a:t>
            </a:r>
            <a:r>
              <a:rPr dirty="0"/>
              <a:t> as well as </a:t>
            </a:r>
            <a:r>
              <a:rPr b="1" dirty="0"/>
              <a:t>text classification</a:t>
            </a:r>
            <a:r>
              <a:rPr dirty="0"/>
              <a:t> tasks:</a:t>
            </a:r>
          </a:p>
        </p:txBody>
      </p:sp>
      <p:sp>
        <p:nvSpPr>
          <p:cNvPr id="212" name="Language modeling"/>
          <p:cNvSpPr txBox="1"/>
          <p:nvPr/>
        </p:nvSpPr>
        <p:spPr>
          <a:xfrm>
            <a:off x="4569501" y="5628320"/>
            <a:ext cx="4813631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Language modeling</a:t>
            </a:r>
          </a:p>
        </p:txBody>
      </p:sp>
      <p:sp>
        <p:nvSpPr>
          <p:cNvPr id="213" name="Sequence tagging"/>
          <p:cNvSpPr txBox="1"/>
          <p:nvPr/>
        </p:nvSpPr>
        <p:spPr>
          <a:xfrm>
            <a:off x="10292308" y="5628320"/>
            <a:ext cx="4951149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Sequence tagging</a:t>
            </a:r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665" y="7156103"/>
            <a:ext cx="4849350" cy="250934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16197008" y="6481811"/>
            <a:ext cx="4210761" cy="3426831"/>
            <a:chOff x="0" y="-992"/>
            <a:chExt cx="4210760" cy="3426829"/>
          </a:xfrm>
        </p:grpSpPr>
        <p:sp>
          <p:nvSpPr>
            <p:cNvPr id="215" name="Rectangle"/>
            <p:cNvSpPr/>
            <p:nvPr/>
          </p:nvSpPr>
          <p:spPr>
            <a:xfrm>
              <a:off x="169276" y="1425867"/>
              <a:ext cx="527465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6" name="Rectangle"/>
            <p:cNvSpPr/>
            <p:nvPr/>
          </p:nvSpPr>
          <p:spPr>
            <a:xfrm>
              <a:off x="1314954" y="1425867"/>
              <a:ext cx="527465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7" name="Rectangle"/>
            <p:cNvSpPr/>
            <p:nvPr/>
          </p:nvSpPr>
          <p:spPr>
            <a:xfrm>
              <a:off x="2460632" y="1425867"/>
              <a:ext cx="527466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8" name="Rectangle"/>
            <p:cNvSpPr/>
            <p:nvPr/>
          </p:nvSpPr>
          <p:spPr>
            <a:xfrm>
              <a:off x="3606309" y="1425867"/>
              <a:ext cx="527466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9" name="The"/>
            <p:cNvSpPr txBox="1"/>
            <p:nvPr/>
          </p:nvSpPr>
          <p:spPr>
            <a:xfrm>
              <a:off x="0" y="2568331"/>
              <a:ext cx="866018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The</a:t>
              </a:r>
            </a:p>
          </p:txBody>
        </p:sp>
        <p:sp>
          <p:nvSpPr>
            <p:cNvPr id="220" name="movie"/>
            <p:cNvSpPr txBox="1"/>
            <p:nvPr/>
          </p:nvSpPr>
          <p:spPr>
            <a:xfrm>
              <a:off x="1042524" y="2568331"/>
              <a:ext cx="1072325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96885">
                <a:spcBef>
                  <a:spcPts val="1300"/>
                </a:spcBef>
                <a:defRPr sz="271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movie</a:t>
              </a:r>
            </a:p>
          </p:txBody>
        </p:sp>
        <p:sp>
          <p:nvSpPr>
            <p:cNvPr id="221" name="sucks"/>
            <p:cNvSpPr txBox="1"/>
            <p:nvPr/>
          </p:nvSpPr>
          <p:spPr>
            <a:xfrm>
              <a:off x="2291355" y="2568331"/>
              <a:ext cx="1072325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sucks</a:t>
              </a:r>
            </a:p>
          </p:txBody>
        </p:sp>
        <p:sp>
          <p:nvSpPr>
            <p:cNvPr id="222" name="."/>
            <p:cNvSpPr txBox="1"/>
            <p:nvPr/>
          </p:nvSpPr>
          <p:spPr>
            <a:xfrm>
              <a:off x="3722671" y="2568331"/>
              <a:ext cx="294744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.</a:t>
              </a:r>
            </a:p>
          </p:txBody>
        </p:sp>
        <p:sp>
          <p:nvSpPr>
            <p:cNvPr id="223" name="Line"/>
            <p:cNvSpPr/>
            <p:nvPr/>
          </p:nvSpPr>
          <p:spPr>
            <a:xfrm flipV="1">
              <a:off x="433008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4" name="Line"/>
            <p:cNvSpPr/>
            <p:nvPr/>
          </p:nvSpPr>
          <p:spPr>
            <a:xfrm flipV="1">
              <a:off x="1578686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5" name="Line"/>
            <p:cNvSpPr/>
            <p:nvPr/>
          </p:nvSpPr>
          <p:spPr>
            <a:xfrm flipV="1">
              <a:off x="2724364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6" name="Line"/>
            <p:cNvSpPr/>
            <p:nvPr/>
          </p:nvSpPr>
          <p:spPr>
            <a:xfrm flipV="1">
              <a:off x="3870042" y="2354371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7" name="Line"/>
            <p:cNvSpPr/>
            <p:nvPr/>
          </p:nvSpPr>
          <p:spPr>
            <a:xfrm flipV="1">
              <a:off x="3870042" y="869654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8" name="Line"/>
            <p:cNvSpPr/>
            <p:nvPr/>
          </p:nvSpPr>
          <p:spPr>
            <a:xfrm flipV="1">
              <a:off x="724255" y="1874987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9" name="Line"/>
            <p:cNvSpPr/>
            <p:nvPr/>
          </p:nvSpPr>
          <p:spPr>
            <a:xfrm flipV="1">
              <a:off x="1869933" y="1874987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30" name="Line"/>
            <p:cNvSpPr/>
            <p:nvPr/>
          </p:nvSpPr>
          <p:spPr>
            <a:xfrm flipV="1">
              <a:off x="3015611" y="1858318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31" name="👎"/>
            <p:cNvSpPr txBox="1"/>
            <p:nvPr/>
          </p:nvSpPr>
          <p:spPr>
            <a:xfrm>
              <a:off x="3521785" y="-993"/>
              <a:ext cx="688976" cy="841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 sz="42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👎</a:t>
              </a:r>
            </a:p>
          </p:txBody>
        </p:sp>
      </p:grpSp>
      <p:sp>
        <p:nvSpPr>
          <p:cNvPr id="233" name="Text classification"/>
          <p:cNvSpPr txBox="1"/>
          <p:nvPr/>
        </p:nvSpPr>
        <p:spPr>
          <a:xfrm>
            <a:off x="16152634" y="5628320"/>
            <a:ext cx="4566866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Text classification</a:t>
            </a:r>
          </a:p>
        </p:txBody>
      </p:sp>
      <p:sp>
        <p:nvSpPr>
          <p:cNvPr id="234" name="Form the basis for the modern approaches to machine translation, question answering and dialogue:"/>
          <p:cNvSpPr txBox="1"/>
          <p:nvPr/>
        </p:nvSpPr>
        <p:spPr>
          <a:xfrm>
            <a:off x="4880947" y="10873613"/>
            <a:ext cx="14622106" cy="135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Form the basis for the modern approaches to </a:t>
            </a:r>
            <a:r>
              <a:rPr b="1" dirty="0"/>
              <a:t>machine translation</a:t>
            </a:r>
            <a:r>
              <a:rPr dirty="0"/>
              <a:t>, </a:t>
            </a:r>
            <a:r>
              <a:rPr b="1" dirty="0"/>
              <a:t>question answering</a:t>
            </a:r>
            <a:r>
              <a:rPr dirty="0"/>
              <a:t> and </a:t>
            </a:r>
            <a:r>
              <a:rPr b="1" dirty="0"/>
              <a:t>dialogue</a:t>
            </a:r>
            <a:r>
              <a:rPr dirty="0"/>
              <a:t>: </a:t>
            </a:r>
          </a:p>
        </p:txBody>
      </p:sp>
      <p:grpSp>
        <p:nvGrpSpPr>
          <p:cNvPr id="237" name="Group"/>
          <p:cNvGrpSpPr/>
          <p:nvPr/>
        </p:nvGrpSpPr>
        <p:grpSpPr>
          <a:xfrm>
            <a:off x="3860797" y="6538290"/>
            <a:ext cx="5871507" cy="3744972"/>
            <a:chOff x="0" y="0"/>
            <a:chExt cx="5871505" cy="3744971"/>
          </a:xfrm>
        </p:grpSpPr>
        <p:pic>
          <p:nvPicPr>
            <p:cNvPr id="235" name="Screen Shot 2019-10-08 at 9.41.56 PM.png" descr="Screen Shot 2019-10-08 at 9.41.56 PM.png"/>
            <p:cNvPicPr>
              <a:picLocks noChangeAspect="1"/>
            </p:cNvPicPr>
            <p:nvPr/>
          </p:nvPicPr>
          <p:blipFill>
            <a:blip r:embed="rId3"/>
            <a:srcRect r="17107"/>
            <a:stretch>
              <a:fillRect/>
            </a:stretch>
          </p:blipFill>
          <p:spPr>
            <a:xfrm>
              <a:off x="0" y="0"/>
              <a:ext cx="5871506" cy="37449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6" name="Rectangle"/>
                <p:cNvSpPr/>
                <p:nvPr/>
              </p:nvSpPr>
              <p:spPr>
                <a:xfrm>
                  <a:off x="4691695" y="1309143"/>
                  <a:ext cx="1163899" cy="51850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 algn="l">
                    <a:defRPr sz="26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236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695" y="1309143"/>
                  <a:ext cx="1163899" cy="518508"/>
                </a:xfrm>
                <a:prstGeom prst="rect">
                  <a:avLst/>
                </a:prstGeom>
                <a:blipFill>
                  <a:blip r:embed="rId4"/>
                  <a:stretch>
                    <a:fillRect l="-2618" r="-2251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"/>
          <p:cNvGrpSpPr/>
          <p:nvPr/>
        </p:nvGrpSpPr>
        <p:grpSpPr>
          <a:xfrm>
            <a:off x="15936073" y="496535"/>
            <a:ext cx="6540256" cy="4755370"/>
            <a:chOff x="0" y="0"/>
            <a:chExt cx="6540255" cy="4755369"/>
          </a:xfrm>
        </p:grpSpPr>
        <p:pic>
          <p:nvPicPr>
            <p:cNvPr id="23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540256" cy="45570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0" name="Rectangle"/>
            <p:cNvSpPr/>
            <p:nvPr/>
          </p:nvSpPr>
          <p:spPr>
            <a:xfrm>
              <a:off x="2761317" y="4095577"/>
              <a:ext cx="1642075" cy="65979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44" name="Group"/>
          <p:cNvGrpSpPr/>
          <p:nvPr/>
        </p:nvGrpSpPr>
        <p:grpSpPr>
          <a:xfrm>
            <a:off x="9757313" y="4571964"/>
            <a:ext cx="14106367" cy="7933200"/>
            <a:chOff x="0" y="0"/>
            <a:chExt cx="14106366" cy="7933198"/>
          </a:xfrm>
        </p:grpSpPr>
        <p:pic>
          <p:nvPicPr>
            <p:cNvPr id="242" name="Screen Shot 2019-10-08 at 9.41.56 PM.png" descr="Screen Shot 2019-10-08 at 9.41.56 PM.png"/>
            <p:cNvPicPr>
              <a:picLocks noChangeAspect="1"/>
            </p:cNvPicPr>
            <p:nvPr/>
          </p:nvPicPr>
          <p:blipFill>
            <a:blip r:embed="rId3"/>
            <a:srcRect t="11578" r="17107"/>
            <a:stretch>
              <a:fillRect/>
            </a:stretch>
          </p:blipFill>
          <p:spPr>
            <a:xfrm>
              <a:off x="0" y="0"/>
              <a:ext cx="14066705" cy="79331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" name="Rectangle"/>
                <p:cNvSpPr/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 algn="l"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243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5" name="RNNs for Language Modeling"/>
          <p:cNvSpPr txBox="1">
            <a:spLocks noGrp="1"/>
          </p:cNvSpPr>
          <p:nvPr>
            <p:ph type="title"/>
          </p:nvPr>
        </p:nvSpPr>
        <p:spPr>
          <a:xfrm>
            <a:off x="2389207" y="27617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RNNs for Language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Equation"/>
              <p:cNvSpPr txBox="1"/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24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blipFill>
                <a:blip r:embed="rId5"/>
                <a:stretch>
                  <a:fillRect r="-9965" b="-2643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Use a RNN to…"/>
          <p:cNvSpPr txBox="1"/>
          <p:nvPr/>
        </p:nvSpPr>
        <p:spPr>
          <a:xfrm>
            <a:off x="1367959" y="4781312"/>
            <a:ext cx="8250960" cy="4750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/>
            <a:r>
              <a:t>Use a RNN to </a:t>
            </a:r>
          </a:p>
          <a:p>
            <a:pPr marL="611187" indent="-611187" algn="l">
              <a:buSzPct val="145000"/>
              <a:buChar char="•"/>
            </a:pPr>
            <a:r>
              <a:t>capture the history of the previous words as a hidden state </a:t>
            </a:r>
          </a:p>
          <a:p>
            <a:pPr marL="611187" indent="-611187" algn="l">
              <a:buSzPct val="145000"/>
              <a:buChar char="•"/>
            </a:pPr>
            <a:r>
              <a:t>use hidden state to estimate the probability of the next word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all: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Recall: Language Models</a:t>
            </a:r>
          </a:p>
        </p:txBody>
      </p:sp>
      <p:sp>
        <p:nvSpPr>
          <p:cNvPr id="250" name="N-grams"/>
          <p:cNvSpPr txBox="1">
            <a:spLocks noGrp="1"/>
          </p:cNvSpPr>
          <p:nvPr>
            <p:ph type="body" sz="quarter" idx="1"/>
          </p:nvPr>
        </p:nvSpPr>
        <p:spPr>
          <a:xfrm>
            <a:off x="3604356" y="7809764"/>
            <a:ext cx="15609095" cy="1947655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N-grams</a:t>
            </a:r>
          </a:p>
        </p:txBody>
      </p:sp>
      <p:grpSp>
        <p:nvGrpSpPr>
          <p:cNvPr id="253" name="Group"/>
          <p:cNvGrpSpPr/>
          <p:nvPr/>
        </p:nvGrpSpPr>
        <p:grpSpPr>
          <a:xfrm>
            <a:off x="3604356" y="4918562"/>
            <a:ext cx="15609095" cy="3218862"/>
            <a:chOff x="0" y="0"/>
            <a:chExt cx="15609093" cy="3218861"/>
          </a:xfrm>
        </p:grpSpPr>
        <p:pic>
          <p:nvPicPr>
            <p:cNvPr id="251" name="Screen Shot 2018-09-16 at 3.29.08 PM.pdf" descr="Screen Shot 2018-09-16 at 3.29.08 PM.pdf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314380" y="1525366"/>
              <a:ext cx="11811044" cy="16934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2" name="kth order Markov assumption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kth order Markov assumption</a:t>
              </a:r>
            </a:p>
          </p:txBody>
        </p:sp>
      </p:grpSp>
      <p:grpSp>
        <p:nvGrpSpPr>
          <p:cNvPr id="258" name="Group"/>
          <p:cNvGrpSpPr/>
          <p:nvPr/>
        </p:nvGrpSpPr>
        <p:grpSpPr>
          <a:xfrm>
            <a:off x="4873513" y="9284103"/>
            <a:ext cx="13687925" cy="3873270"/>
            <a:chOff x="0" y="0"/>
            <a:chExt cx="13687924" cy="3873269"/>
          </a:xfrm>
        </p:grpSpPr>
        <p:pic>
          <p:nvPicPr>
            <p:cNvPr id="254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0644" y="1093744"/>
              <a:ext cx="11215687" cy="6607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7128" y="3212472"/>
              <a:ext cx="12090797" cy="6607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6" name="Bigram (1st order)"/>
            <p:cNvSpPr txBox="1"/>
            <p:nvPr/>
          </p:nvSpPr>
          <p:spPr>
            <a:xfrm>
              <a:off x="0" y="0"/>
              <a:ext cx="4611223" cy="985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/>
              </a:lvl1pPr>
            </a:lstStyle>
            <a:p>
              <a:r>
                <a:t>Bigram (1st order)</a:t>
              </a:r>
            </a:p>
          </p:txBody>
        </p:sp>
        <p:sp>
          <p:nvSpPr>
            <p:cNvPr id="257" name="Trigram (2nd order)"/>
            <p:cNvSpPr txBox="1"/>
            <p:nvPr/>
          </p:nvSpPr>
          <p:spPr>
            <a:xfrm>
              <a:off x="0" y="1990604"/>
              <a:ext cx="4611223" cy="985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/>
              </a:lvl1pPr>
            </a:lstStyle>
            <a:p>
              <a:r>
                <a:t>Trigram (2nd order)</a:t>
              </a:r>
            </a:p>
          </p:txBody>
        </p:sp>
      </p:grpSp>
      <p:grpSp>
        <p:nvGrpSpPr>
          <p:cNvPr id="261" name="Group"/>
          <p:cNvGrpSpPr/>
          <p:nvPr/>
        </p:nvGrpSpPr>
        <p:grpSpPr>
          <a:xfrm>
            <a:off x="3604356" y="2027360"/>
            <a:ext cx="15609095" cy="3043247"/>
            <a:chOff x="0" y="0"/>
            <a:chExt cx="15609093" cy="3043246"/>
          </a:xfrm>
        </p:grpSpPr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26310" y="1378702"/>
              <a:ext cx="11349161" cy="1664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Model the probability of a sequence of words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rPr dirty="0"/>
                <a:t>Model the probability of a sequence of words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34384C9-A4C2-E8B3-B5F5-AD70AF6CDEA5}"/>
              </a:ext>
            </a:extLst>
          </p:cNvPr>
          <p:cNvSpPr txBox="1"/>
          <p:nvPr/>
        </p:nvSpPr>
        <p:spPr>
          <a:xfrm>
            <a:off x="2190750" y="7466354"/>
            <a:ext cx="121920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joint probability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32A77F-7992-55EF-AC7F-B77897E4CCDD}"/>
                  </a:ext>
                </a:extLst>
              </p14:cNvPr>
              <p14:cNvContentPartPr/>
              <p14:nvPr/>
            </p14:nvContentPartPr>
            <p14:xfrm>
              <a:off x="4362390" y="5314830"/>
              <a:ext cx="19080" cy="30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32A77F-7992-55EF-AC7F-B77897E4CC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53750" y="5305830"/>
                <a:ext cx="367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7B9AAD-2E1B-A447-DC6B-39397456688C}"/>
                  </a:ext>
                </a:extLst>
              </p14:cNvPr>
              <p14:cNvContentPartPr/>
              <p14:nvPr/>
            </p14:nvContentPartPr>
            <p14:xfrm>
              <a:off x="4400550" y="5294310"/>
              <a:ext cx="11793600" cy="1733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7B9AAD-2E1B-A447-DC6B-3939745668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91550" y="5285310"/>
                <a:ext cx="11811240" cy="175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49221CC-4E8A-C9B6-3150-738DB530E0D4}"/>
              </a:ext>
            </a:extLst>
          </p:cNvPr>
          <p:cNvGrpSpPr/>
          <p:nvPr/>
        </p:nvGrpSpPr>
        <p:grpSpPr>
          <a:xfrm>
            <a:off x="15811110" y="7734030"/>
            <a:ext cx="1882800" cy="2594520"/>
            <a:chOff x="15811110" y="7734030"/>
            <a:chExt cx="1882800" cy="259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294A2A-7C18-6AFF-B2DD-BE78EA2C5D5D}"/>
                    </a:ext>
                  </a:extLst>
                </p14:cNvPr>
                <p14:cNvContentPartPr/>
                <p14:nvPr/>
              </p14:nvContentPartPr>
              <p14:xfrm>
                <a:off x="17049510" y="9905910"/>
                <a:ext cx="5184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294A2A-7C18-6AFF-B2DD-BE78EA2C5D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40870" y="9896910"/>
                  <a:ext cx="69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244218-BB7A-63A1-F6F3-40D4CE1343A6}"/>
                    </a:ext>
                  </a:extLst>
                </p14:cNvPr>
                <p14:cNvContentPartPr/>
                <p14:nvPr/>
              </p14:nvContentPartPr>
              <p14:xfrm>
                <a:off x="17125830" y="10020030"/>
                <a:ext cx="7920" cy="245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244218-BB7A-63A1-F6F3-40D4CE1343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16830" y="10011390"/>
                  <a:ext cx="25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12DB7F-FEC6-533C-FBD8-74C11BA78ED1}"/>
                    </a:ext>
                  </a:extLst>
                </p14:cNvPr>
                <p14:cNvContentPartPr/>
                <p14:nvPr/>
              </p14:nvContentPartPr>
              <p14:xfrm>
                <a:off x="17220870" y="10075830"/>
                <a:ext cx="168840" cy="39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12DB7F-FEC6-533C-FBD8-74C11BA78E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12230" y="10067190"/>
                  <a:ext cx="186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970A07-C92A-B165-C7A5-F96737465952}"/>
                    </a:ext>
                  </a:extLst>
                </p14:cNvPr>
                <p14:cNvContentPartPr/>
                <p14:nvPr/>
              </p14:nvContentPartPr>
              <p14:xfrm>
                <a:off x="17640270" y="9886830"/>
                <a:ext cx="53640" cy="44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970A07-C92A-B165-C7A5-F967374659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1270" y="9877830"/>
                  <a:ext cx="712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770FCF-7BAF-7563-00D8-F395AF9A4341}"/>
                    </a:ext>
                  </a:extLst>
                </p14:cNvPr>
                <p14:cNvContentPartPr/>
                <p14:nvPr/>
              </p14:nvContentPartPr>
              <p14:xfrm>
                <a:off x="15811110" y="7734030"/>
                <a:ext cx="1420560" cy="190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770FCF-7BAF-7563-00D8-F395AF9A43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02470" y="7725390"/>
                  <a:ext cx="1438200" cy="19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54025EA-EBD7-71DC-75C5-1D77734C8CDA}"/>
                  </a:ext>
                </a:extLst>
              </p14:cNvPr>
              <p14:cNvContentPartPr/>
              <p14:nvPr/>
            </p14:nvContentPartPr>
            <p14:xfrm>
              <a:off x="7010190" y="9277350"/>
              <a:ext cx="39960" cy="248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54025EA-EBD7-71DC-75C5-1D77734C8C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1550" y="9268350"/>
                <a:ext cx="57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DB8B63-4BB2-C108-2526-05E4CA8466A3}"/>
                  </a:ext>
                </a:extLst>
              </p14:cNvPr>
              <p14:cNvContentPartPr/>
              <p14:nvPr/>
            </p14:nvContentPartPr>
            <p14:xfrm>
              <a:off x="7010190" y="9064230"/>
              <a:ext cx="10191600" cy="195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DB8B63-4BB2-C108-2526-05E4CA8466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01550" y="9055590"/>
                <a:ext cx="10209240" cy="21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animBg="1" advAuto="0"/>
      <p:bldP spid="253" grpId="0" animBg="1" advAuto="0"/>
      <p:bldP spid="258" grpId="0" animBg="1" advAuto="0"/>
      <p:bldP spid="261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Issues with traditional n-gra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Issues with traditional n-grams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2273176" y="2127357"/>
            <a:ext cx="21514285" cy="3568904"/>
            <a:chOff x="0" y="0"/>
            <a:chExt cx="21514282" cy="3568903"/>
          </a:xfrm>
        </p:grpSpPr>
        <p:sp>
          <p:nvSpPr>
            <p:cNvPr id="264" name="Group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Consider:</a:t>
              </a:r>
            </a:p>
          </p:txBody>
        </p:sp>
        <p:sp>
          <p:nvSpPr>
            <p:cNvPr id="265" name="Group"/>
            <p:cNvSpPr txBox="1"/>
            <p:nvPr/>
          </p:nvSpPr>
          <p:spPr>
            <a:xfrm>
              <a:off x="1313241" y="1048280"/>
              <a:ext cx="20201042" cy="2520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00"/>
                </a:spcBef>
                <a:defRPr sz="3800" b="1" i="1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0" dirty="0"/>
                <a:t>As the proctor started the clock,</a:t>
              </a:r>
              <a:r>
                <a:rPr dirty="0"/>
                <a:t> </a:t>
              </a:r>
              <a:r>
                <a:rPr b="0" dirty="0"/>
                <a:t>t</a:t>
              </a:r>
              <a:r>
                <a:rPr sz="4500" b="0" dirty="0"/>
                <a:t>he students opened their</a:t>
              </a:r>
              <a:r>
                <a:rPr sz="4500" dirty="0"/>
                <a:t> __________ </a:t>
              </a:r>
            </a:p>
          </p:txBody>
        </p:sp>
      </p:grpSp>
      <p:grpSp>
        <p:nvGrpSpPr>
          <p:cNvPr id="270" name="Group"/>
          <p:cNvGrpSpPr/>
          <p:nvPr/>
        </p:nvGrpSpPr>
        <p:grpSpPr>
          <a:xfrm>
            <a:off x="2273177" y="4804951"/>
            <a:ext cx="21565006" cy="5967928"/>
            <a:chOff x="0" y="0"/>
            <a:chExt cx="21565005" cy="5967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7" name="Equation"/>
                <p:cNvSpPr txBox="1"/>
                <p:nvPr/>
              </p:nvSpPr>
              <p:spPr>
                <a:xfrm>
                  <a:off x="840508" y="4429942"/>
                  <a:ext cx="16791775" cy="15379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students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opened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their</m:t>
                        </m:r>
                        <m: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count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students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opened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their</m:t>
                            </m:r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count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students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opened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their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sz="4800" dirty="0"/>
                </a:p>
              </p:txBody>
            </p:sp>
          </mc:Choice>
          <mc:Fallback>
            <p:sp>
              <p:nvSpPr>
                <p:cNvPr id="26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508" y="4429942"/>
                  <a:ext cx="16791775" cy="153798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8" name="Group"/>
            <p:cNvSpPr txBox="1"/>
            <p:nvPr/>
          </p:nvSpPr>
          <p:spPr>
            <a:xfrm>
              <a:off x="0" y="0"/>
              <a:ext cx="18442017" cy="2301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For a 4-gram, the probability of the next word would be estimated by</a:t>
              </a:r>
            </a:p>
          </p:txBody>
        </p:sp>
        <p:sp>
          <p:nvSpPr>
            <p:cNvPr id="269" name="Group"/>
            <p:cNvSpPr txBox="1"/>
            <p:nvPr/>
          </p:nvSpPr>
          <p:spPr>
            <a:xfrm>
              <a:off x="1262519" y="1630072"/>
              <a:ext cx="20302486" cy="2533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00"/>
                </a:spcBef>
                <a:defRPr sz="3800" b="1" i="1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0" strike="sngStrike" dirty="0"/>
                <a:t>As the proctor started the clock,</a:t>
              </a:r>
              <a:r>
                <a:rPr strike="sngStrike" dirty="0"/>
                <a:t> </a:t>
              </a:r>
              <a:r>
                <a:rPr b="0" strike="sngStrike" dirty="0"/>
                <a:t>t</a:t>
              </a:r>
              <a:r>
                <a:rPr sz="4500" b="0" strike="sngStrike" dirty="0"/>
                <a:t>he</a:t>
              </a:r>
              <a:r>
                <a:rPr sz="4500" b="0" dirty="0"/>
                <a:t> students opened their</a:t>
              </a:r>
              <a:r>
                <a:rPr sz="4500" dirty="0"/>
                <a:t> __________ </a:t>
              </a:r>
            </a:p>
          </p:txBody>
        </p:sp>
      </p:grpSp>
      <p:sp>
        <p:nvSpPr>
          <p:cNvPr id="271" name="Small n: not enough context for long range dependencies"/>
          <p:cNvSpPr txBox="1"/>
          <p:nvPr/>
        </p:nvSpPr>
        <p:spPr>
          <a:xfrm>
            <a:off x="2424566" y="11275653"/>
            <a:ext cx="1430402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00"/>
              </a:spcBef>
              <a:defRPr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Small </a:t>
            </a:r>
            <a:r>
              <a:rPr i="1" dirty="0"/>
              <a:t>n</a:t>
            </a:r>
            <a:r>
              <a:rPr dirty="0"/>
              <a:t>: not enough context for long range dependencies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animBg="1" advAuto="0"/>
      <p:bldP spid="271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Issues with traditional n-gram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Issues with traditional n-grams</a:t>
            </a:r>
          </a:p>
        </p:txBody>
      </p:sp>
      <p:sp>
        <p:nvSpPr>
          <p:cNvPr id="274" name="Example generation from trigram model"/>
          <p:cNvSpPr txBox="1">
            <a:spLocks noGrp="1"/>
          </p:cNvSpPr>
          <p:nvPr>
            <p:ph type="body" sz="quarter" idx="1"/>
          </p:nvPr>
        </p:nvSpPr>
        <p:spPr>
          <a:xfrm>
            <a:off x="4387453" y="2698196"/>
            <a:ext cx="15609094" cy="1465237"/>
          </a:xfrm>
          <a:prstGeom prst="rect">
            <a:avLst/>
          </a:prstGeom>
        </p:spPr>
        <p:txBody>
          <a:bodyPr/>
          <a:lstStyle/>
          <a:p>
            <a:r>
              <a:rPr dirty="0"/>
              <a:t>Example generation from trigram model</a:t>
            </a:r>
          </a:p>
        </p:txBody>
      </p:sp>
      <p:sp>
        <p:nvSpPr>
          <p:cNvPr id="275" name="today the price of gold per ton , while production of shoe lasts and shoe industry , the bank intervened just after it considered and rejected an imf demand to rebuild depleted european stocks , sept 30 end primary 76 cts a share ."/>
          <p:cNvSpPr txBox="1"/>
          <p:nvPr/>
        </p:nvSpPr>
        <p:spPr>
          <a:xfrm>
            <a:off x="5803627" y="3923932"/>
            <a:ext cx="15449537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i="1"/>
            </a:lvl1pPr>
          </a:lstStyle>
          <a:p>
            <a:r>
              <a:rPr dirty="0"/>
              <a:t>today the price of gold per ton , while production of shoe lasts and shoe industry , the bank intervened just after it considered and rejected an </a:t>
            </a:r>
            <a:r>
              <a:rPr dirty="0" err="1"/>
              <a:t>imf</a:t>
            </a:r>
            <a:r>
              <a:rPr dirty="0"/>
              <a:t> demand to rebuild depleted </a:t>
            </a:r>
            <a:r>
              <a:rPr dirty="0" err="1"/>
              <a:t>european</a:t>
            </a:r>
            <a:r>
              <a:rPr dirty="0"/>
              <a:t> stocks , sept 30 end primary 76 </a:t>
            </a:r>
            <a:r>
              <a:rPr dirty="0" err="1"/>
              <a:t>cts</a:t>
            </a:r>
            <a:r>
              <a:rPr dirty="0"/>
              <a:t> a share .</a:t>
            </a:r>
          </a:p>
        </p:txBody>
      </p:sp>
      <p:sp>
        <p:nvSpPr>
          <p:cNvPr id="276" name="Surprisingly grammatical!…"/>
          <p:cNvSpPr txBox="1"/>
          <p:nvPr/>
        </p:nvSpPr>
        <p:spPr>
          <a:xfrm>
            <a:off x="4468462" y="7028854"/>
            <a:ext cx="15945972" cy="1800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597217" indent="-597217" algn="l" defTabSz="813315">
              <a:spcBef>
                <a:spcPts val="1300"/>
              </a:spcBef>
              <a:buSzPct val="145000"/>
              <a:buChar char="•"/>
              <a:defRPr sz="3762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Surprisingly grammatical!</a:t>
            </a:r>
          </a:p>
          <a:p>
            <a:pPr marL="597217" indent="-597217" algn="l" defTabSz="813315">
              <a:spcBef>
                <a:spcPts val="1300"/>
              </a:spcBef>
              <a:buSzPct val="145000"/>
              <a:buChar char="•"/>
              <a:defRPr sz="3762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But 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incoherent</a:t>
            </a:r>
            <a:r>
              <a:rPr dirty="0"/>
              <a:t>.  Need to consider longer history to model language well.</a:t>
            </a:r>
          </a:p>
        </p:txBody>
      </p:sp>
      <p:sp>
        <p:nvSpPr>
          <p:cNvPr id="277" name="Sparsity issues when n is large…"/>
          <p:cNvSpPr txBox="1"/>
          <p:nvPr/>
        </p:nvSpPr>
        <p:spPr>
          <a:xfrm>
            <a:off x="4387453" y="9607756"/>
            <a:ext cx="15609094" cy="355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Sparsity issues </a:t>
            </a:r>
            <a:r>
              <a:t>when </a:t>
            </a:r>
            <a:r>
              <a:rPr i="1"/>
              <a:t>n</a:t>
            </a:r>
            <a:r>
              <a:t> is large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Model size</a:t>
            </a:r>
            <a:r>
              <a:t> (number of parameters)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increases</a:t>
            </a:r>
            <a:r>
              <a:t> exponentially with </a:t>
            </a:r>
            <a:r>
              <a:rPr i="1"/>
              <a:t>n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Takes up a lot of memory to store all those probabilities  </a:t>
            </a:r>
          </a:p>
        </p:txBody>
      </p:sp>
      <p:sp>
        <p:nvSpPr>
          <p:cNvPr id="278" name="Why can’t we just increase n?"/>
          <p:cNvSpPr txBox="1"/>
          <p:nvPr/>
        </p:nvSpPr>
        <p:spPr>
          <a:xfrm>
            <a:off x="4450678" y="9445736"/>
            <a:ext cx="759767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Why can’t we just increase </a:t>
            </a:r>
            <a:r>
              <a:rPr i="1" dirty="0"/>
              <a:t>n</a:t>
            </a:r>
            <a:r>
              <a:rPr dirty="0"/>
              <a:t>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 advAuto="0"/>
      <p:bldP spid="275" grpId="0" animBg="1" advAuto="0"/>
      <p:bldP spid="276" grpId="0" animBg="1" advAuto="0"/>
      <p:bldP spid="277" grpId="0" animBg="1" advAuto="0"/>
      <p:bldP spid="278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eedforward Neural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Feedforward Neural Language Model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294" name="Image" descr="Image"/>
          <p:cNvPicPr>
            <a:picLocks noChangeAspect="1"/>
          </p:cNvPicPr>
          <p:nvPr/>
        </p:nvPicPr>
        <p:blipFill>
          <a:blip r:embed="rId2"/>
          <a:srcRect l="1855" r="55605" b="4642"/>
          <a:stretch>
            <a:fillRect/>
          </a:stretch>
        </p:blipFill>
        <p:spPr>
          <a:xfrm>
            <a:off x="3228511" y="2686699"/>
            <a:ext cx="8819239" cy="9697322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(Bengio et 2003): A Neural Probabilistic Language Model"/>
          <p:cNvSpPr txBox="1"/>
          <p:nvPr/>
        </p:nvSpPr>
        <p:spPr>
          <a:xfrm>
            <a:off x="5641562" y="12222698"/>
            <a:ext cx="13676503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00"/>
              </a:spcBef>
              <a:defRPr sz="2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(Bengio et 2003): A Neural Probabilistic Language Model</a:t>
            </a:r>
          </a:p>
        </p:txBody>
      </p:sp>
      <p:grpSp>
        <p:nvGrpSpPr>
          <p:cNvPr id="299" name="Group"/>
          <p:cNvGrpSpPr/>
          <p:nvPr/>
        </p:nvGrpSpPr>
        <p:grpSpPr>
          <a:xfrm>
            <a:off x="12538558" y="3667645"/>
            <a:ext cx="9556092" cy="2803261"/>
            <a:chOff x="0" y="0"/>
            <a:chExt cx="9556090" cy="2803260"/>
          </a:xfrm>
        </p:grpSpPr>
        <p:sp>
          <p:nvSpPr>
            <p:cNvPr id="296" name="Input layer (context size n = 5):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494665" indent="-494665" algn="l" defTabSz="673655">
                <a:spcBef>
                  <a:spcPts val="1100"/>
                </a:spcBef>
                <a:buSzPct val="145000"/>
                <a:buChar char="•"/>
                <a:defRPr sz="311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Input layer (context size n = 5):</a:t>
              </a:r>
            </a:p>
          </p:txBody>
        </p:sp>
        <p:pic>
          <p:nvPicPr>
            <p:cNvPr id="297" name="Image" descr="Image"/>
            <p:cNvPicPr>
              <a:picLocks noChangeAspect="1"/>
            </p:cNvPicPr>
            <p:nvPr/>
          </p:nvPicPr>
          <p:blipFill>
            <a:blip r:embed="rId3"/>
            <a:srcRect t="276" b="276"/>
            <a:stretch>
              <a:fillRect/>
            </a:stretch>
          </p:blipFill>
          <p:spPr>
            <a:xfrm>
              <a:off x="1083967" y="1214011"/>
              <a:ext cx="6744588" cy="521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8" name="concatenate word embeddings"/>
            <p:cNvSpPr txBox="1"/>
            <p:nvPr/>
          </p:nvSpPr>
          <p:spPr>
            <a:xfrm>
              <a:off x="3157443" y="1725353"/>
              <a:ext cx="6398648" cy="1077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88669">
                <a:spcBef>
                  <a:spcPts val="1300"/>
                </a:spcBef>
                <a:defRPr sz="3648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rPr dirty="0"/>
                <a:t>concatenate word embeddings</a:t>
              </a:r>
            </a:p>
          </p:txBody>
        </p:sp>
      </p:grpSp>
      <p:grpSp>
        <p:nvGrpSpPr>
          <p:cNvPr id="302" name="Group"/>
          <p:cNvGrpSpPr/>
          <p:nvPr/>
        </p:nvGrpSpPr>
        <p:grpSpPr>
          <a:xfrm>
            <a:off x="12518177" y="6651621"/>
            <a:ext cx="6272275" cy="1553212"/>
            <a:chOff x="0" y="0"/>
            <a:chExt cx="6272273" cy="1553211"/>
          </a:xfrm>
        </p:grpSpPr>
        <p:sp>
          <p:nvSpPr>
            <p:cNvPr id="300" name="Hidden layer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Hidden layer</a:t>
              </a:r>
            </a:p>
          </p:txBody>
        </p:sp>
        <p:pic>
          <p:nvPicPr>
            <p:cNvPr id="301" name="Image" descr="Image"/>
            <p:cNvPicPr>
              <a:picLocks noChangeAspect="1"/>
            </p:cNvPicPr>
            <p:nvPr/>
          </p:nvPicPr>
          <p:blipFill>
            <a:blip r:embed="rId4"/>
            <a:srcRect t="125" b="125"/>
            <a:stretch>
              <a:fillRect/>
            </a:stretch>
          </p:blipFill>
          <p:spPr>
            <a:xfrm>
              <a:off x="1230373" y="1019811"/>
              <a:ext cx="5041901" cy="533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06" name="Group"/>
          <p:cNvGrpSpPr/>
          <p:nvPr/>
        </p:nvGrpSpPr>
        <p:grpSpPr>
          <a:xfrm>
            <a:off x="12620079" y="9050260"/>
            <a:ext cx="7583832" cy="2541199"/>
            <a:chOff x="0" y="0"/>
            <a:chExt cx="7583830" cy="2541198"/>
          </a:xfrm>
        </p:grpSpPr>
        <p:sp>
          <p:nvSpPr>
            <p:cNvPr id="303" name="Output layer (softmax)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Output layer (softmax)</a:t>
              </a:r>
            </a:p>
          </p:txBody>
        </p:sp>
        <p:pic>
          <p:nvPicPr>
            <p:cNvPr id="304" name="P(w_=_i_mid_text.pdf" descr="P(w_=_i_mid_text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7136" y="2049728"/>
              <a:ext cx="7026695" cy="4914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5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1898" y="1064966"/>
              <a:ext cx="4327274" cy="5583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0" animBg="1" advAuto="0"/>
      <p:bldP spid="302" grpId="0" animBg="1" advAuto="0"/>
      <p:bldP spid="306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eedforward Neural Language Model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800033"/>
          </a:xfrm>
          <a:prstGeom prst="rect">
            <a:avLst/>
          </a:prstGeom>
        </p:spPr>
        <p:txBody>
          <a:bodyPr/>
          <a:lstStyle/>
          <a:p>
            <a:r>
              <a:t>Feedforward Neural Language Model</a:t>
            </a:r>
          </a:p>
        </p:txBody>
      </p:sp>
      <p:sp>
        <p:nvSpPr>
          <p:cNvPr id="309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1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012" y="1928209"/>
            <a:ext cx="17377650" cy="10560004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  <p:pic>
        <p:nvPicPr>
          <p:cNvPr id="312" name="Image" descr="Imag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11934" y="6712818"/>
            <a:ext cx="3450834" cy="64440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Fixed window LM"/>
          <p:cNvSpPr txBox="1"/>
          <p:nvPr/>
        </p:nvSpPr>
        <p:spPr>
          <a:xfrm>
            <a:off x="4428630" y="9881665"/>
            <a:ext cx="456339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Fixed window LM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298113-2D34-6F99-68F1-472432105DC1}"/>
                  </a:ext>
                </a:extLst>
              </p14:cNvPr>
              <p14:cNvContentPartPr/>
              <p14:nvPr/>
            </p14:nvContentPartPr>
            <p14:xfrm>
              <a:off x="12134790" y="5896950"/>
              <a:ext cx="360" cy="73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298113-2D34-6F99-68F1-472432105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25790" y="5887950"/>
                <a:ext cx="18000" cy="75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9B6A32B-1681-9A0A-63A0-AC54F835D9EC}"/>
              </a:ext>
            </a:extLst>
          </p:cNvPr>
          <p:cNvGrpSpPr/>
          <p:nvPr/>
        </p:nvGrpSpPr>
        <p:grpSpPr>
          <a:xfrm>
            <a:off x="12008430" y="4914870"/>
            <a:ext cx="208080" cy="405720"/>
            <a:chOff x="12008430" y="4914870"/>
            <a:chExt cx="20808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F949ED5-F73D-E27E-E777-E637093CF400}"/>
                    </a:ext>
                  </a:extLst>
                </p14:cNvPr>
                <p14:cNvContentPartPr/>
                <p14:nvPr/>
              </p14:nvContentPartPr>
              <p14:xfrm>
                <a:off x="12008430" y="4933950"/>
                <a:ext cx="208080" cy="216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F949ED5-F73D-E27E-E777-E637093CF4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999790" y="4924950"/>
                  <a:ext cx="2257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192C09-7F94-F106-3BCB-42EE4D1273B5}"/>
                    </a:ext>
                  </a:extLst>
                </p14:cNvPr>
                <p14:cNvContentPartPr/>
                <p14:nvPr/>
              </p14:nvContentPartPr>
              <p14:xfrm>
                <a:off x="12133350" y="4914870"/>
                <a:ext cx="39960" cy="405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192C09-7F94-F106-3BCB-42EE4D1273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24350" y="4905870"/>
                  <a:ext cx="57600" cy="42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73424A-C927-8DEE-87EE-576FE63C51B5}"/>
                  </a:ext>
                </a:extLst>
              </p14:cNvPr>
              <p14:cNvContentPartPr/>
              <p14:nvPr/>
            </p14:nvContentPartPr>
            <p14:xfrm>
              <a:off x="12419550" y="6165150"/>
              <a:ext cx="377640" cy="426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73424A-C927-8DEE-87EE-576FE63C51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10910" y="6156510"/>
                <a:ext cx="395280" cy="44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E1D06F8-BB40-593D-0E1C-88FDA1D50122}"/>
              </a:ext>
            </a:extLst>
          </p:cNvPr>
          <p:cNvGrpSpPr/>
          <p:nvPr/>
        </p:nvGrpSpPr>
        <p:grpSpPr>
          <a:xfrm>
            <a:off x="13099230" y="5543430"/>
            <a:ext cx="751680" cy="683640"/>
            <a:chOff x="13099230" y="5543430"/>
            <a:chExt cx="751680" cy="68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C8FF23-50AE-3825-2A24-6D4249F56BB1}"/>
                    </a:ext>
                  </a:extLst>
                </p14:cNvPr>
                <p14:cNvContentPartPr/>
                <p14:nvPr/>
              </p14:nvContentPartPr>
              <p14:xfrm>
                <a:off x="13099230" y="5543430"/>
                <a:ext cx="290880" cy="683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C8FF23-50AE-3825-2A24-6D4249F56B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090590" y="5534430"/>
                  <a:ext cx="3085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20016A-39F4-DAE4-DF05-9B96633C141A}"/>
                    </a:ext>
                  </a:extLst>
                </p14:cNvPr>
                <p14:cNvContentPartPr/>
                <p14:nvPr/>
              </p14:nvContentPartPr>
              <p14:xfrm>
                <a:off x="13506390" y="5853030"/>
                <a:ext cx="165240" cy="232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20016A-39F4-DAE4-DF05-9B96633C14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497390" y="5844390"/>
                  <a:ext cx="182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E3BEF2-E075-646A-C38C-1B796E42D013}"/>
                    </a:ext>
                  </a:extLst>
                </p14:cNvPr>
                <p14:cNvContentPartPr/>
                <p14:nvPr/>
              </p14:nvContentPartPr>
              <p14:xfrm>
                <a:off x="13677750" y="5893710"/>
                <a:ext cx="173160" cy="160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E3BEF2-E075-646A-C38C-1B796E42D0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668750" y="5885070"/>
                  <a:ext cx="1908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B14EE4-49C8-B484-10AB-616A4DE335ED}"/>
              </a:ext>
            </a:extLst>
          </p:cNvPr>
          <p:cNvGrpSpPr/>
          <p:nvPr/>
        </p:nvGrpSpPr>
        <p:grpSpPr>
          <a:xfrm>
            <a:off x="8649990" y="5467110"/>
            <a:ext cx="2627640" cy="1124280"/>
            <a:chOff x="8649990" y="5467110"/>
            <a:chExt cx="2627640" cy="11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788BE2-2AD9-D74B-16A1-171909FC4CD5}"/>
                    </a:ext>
                  </a:extLst>
                </p14:cNvPr>
                <p14:cNvContentPartPr/>
                <p14:nvPr/>
              </p14:nvContentPartPr>
              <p14:xfrm>
                <a:off x="10641510" y="6294030"/>
                <a:ext cx="636120" cy="29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788BE2-2AD9-D74B-16A1-171909FC4C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32870" y="6285030"/>
                  <a:ext cx="6537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6F1884-CECA-A9C6-EDED-41A636DB4BFB}"/>
                    </a:ext>
                  </a:extLst>
                </p14:cNvPr>
                <p14:cNvContentPartPr/>
                <p14:nvPr/>
              </p14:nvContentPartPr>
              <p14:xfrm>
                <a:off x="8649990" y="5581590"/>
                <a:ext cx="252720" cy="444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6F1884-CECA-A9C6-EDED-41A636DB4B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40990" y="5572590"/>
                  <a:ext cx="270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C62843-06D1-C050-BE9C-EFE8F0499E79}"/>
                    </a:ext>
                  </a:extLst>
                </p14:cNvPr>
                <p14:cNvContentPartPr/>
                <p14:nvPr/>
              </p14:nvContentPartPr>
              <p14:xfrm>
                <a:off x="8972550" y="5695710"/>
                <a:ext cx="100080" cy="25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C62843-06D1-C050-BE9C-EFE8F0499E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63550" y="5687070"/>
                  <a:ext cx="11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853F8E-00B0-E404-5881-5CA42218F655}"/>
                    </a:ext>
                  </a:extLst>
                </p14:cNvPr>
                <p14:cNvContentPartPr/>
                <p14:nvPr/>
              </p14:nvContentPartPr>
              <p14:xfrm>
                <a:off x="9048510" y="5905230"/>
                <a:ext cx="19440" cy="195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853F8E-00B0-E404-5881-5CA42218F6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39870" y="5896590"/>
                  <a:ext cx="3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EEF78F-1835-101F-C673-1A9DFA7AA76E}"/>
                    </a:ext>
                  </a:extLst>
                </p14:cNvPr>
                <p14:cNvContentPartPr/>
                <p14:nvPr/>
              </p14:nvContentPartPr>
              <p14:xfrm>
                <a:off x="9185310" y="5842230"/>
                <a:ext cx="347760" cy="21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EEF78F-1835-101F-C673-1A9DFA7AA7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6310" y="5833230"/>
                  <a:ext cx="365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9D6D6D-BDB6-AE44-BC76-84CBF5733E18}"/>
                    </a:ext>
                  </a:extLst>
                </p14:cNvPr>
                <p14:cNvContentPartPr/>
                <p14:nvPr/>
              </p14:nvContentPartPr>
              <p14:xfrm>
                <a:off x="9353430" y="5600670"/>
                <a:ext cx="79560" cy="507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9D6D6D-BDB6-AE44-BC76-84CBF5733E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44430" y="5591670"/>
                  <a:ext cx="972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295751-D24D-8EED-36EC-655C998299FC}"/>
                    </a:ext>
                  </a:extLst>
                </p14:cNvPr>
                <p14:cNvContentPartPr/>
                <p14:nvPr/>
              </p14:nvContentPartPr>
              <p14:xfrm>
                <a:off x="9505710" y="5924310"/>
                <a:ext cx="266040" cy="209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295751-D24D-8EED-36EC-655C998299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97070" y="5915670"/>
                  <a:ext cx="283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67FB97-D8EC-630C-2EFA-DDE9CB8A14BD}"/>
                    </a:ext>
                  </a:extLst>
                </p14:cNvPr>
                <p14:cNvContentPartPr/>
                <p14:nvPr/>
              </p14:nvContentPartPr>
              <p14:xfrm>
                <a:off x="9770670" y="5467110"/>
                <a:ext cx="39960" cy="65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67FB97-D8EC-630C-2EFA-DDE9CB8A14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62030" y="5458470"/>
                  <a:ext cx="576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404A57-1BC6-2423-1618-E201B97CE35B}"/>
                    </a:ext>
                  </a:extLst>
                </p14:cNvPr>
                <p14:cNvContentPartPr/>
                <p14:nvPr/>
              </p14:nvContentPartPr>
              <p14:xfrm>
                <a:off x="9867870" y="5865270"/>
                <a:ext cx="262800" cy="31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404A57-1BC6-2423-1618-E201B97CE3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58870" y="5856270"/>
                  <a:ext cx="280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4AE22E-273E-9571-430B-A0F8B2C00864}"/>
                    </a:ext>
                  </a:extLst>
                </p14:cNvPr>
                <p14:cNvContentPartPr/>
                <p14:nvPr/>
              </p14:nvContentPartPr>
              <p14:xfrm>
                <a:off x="10153350" y="5886150"/>
                <a:ext cx="324000" cy="299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4AE22E-273E-9571-430B-A0F8B2C0086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4710" y="5877510"/>
                  <a:ext cx="341640" cy="31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Issues with fixed-window neural LM"/>
          <p:cNvSpPr txBox="1">
            <a:spLocks noGrp="1"/>
          </p:cNvSpPr>
          <p:nvPr>
            <p:ph type="title"/>
          </p:nvPr>
        </p:nvSpPr>
        <p:spPr>
          <a:xfrm>
            <a:off x="411574" y="263043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rPr dirty="0"/>
              <a:t>Issues with fixed-window neural LM</a:t>
            </a:r>
          </a:p>
        </p:txBody>
      </p:sp>
      <p:sp>
        <p:nvSpPr>
          <p:cNvPr id="318" name="Improvements over n-gram LMs…"/>
          <p:cNvSpPr txBox="1">
            <a:spLocks noGrp="1"/>
          </p:cNvSpPr>
          <p:nvPr>
            <p:ph type="body" sz="quarter" idx="1"/>
          </p:nvPr>
        </p:nvSpPr>
        <p:spPr>
          <a:xfrm>
            <a:off x="1002823" y="2704074"/>
            <a:ext cx="17338654" cy="238848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Improvements over n-gram LMs</a:t>
            </a:r>
          </a:p>
          <a:p>
            <a:pPr lvl="1"/>
            <a:r>
              <a:t>No sparsity problem</a:t>
            </a:r>
          </a:p>
          <a:p>
            <a:pPr lvl="1"/>
            <a:r>
              <a:t>Don’t need to store all observed n-grams</a:t>
            </a:r>
          </a:p>
        </p:txBody>
      </p:sp>
      <p:sp>
        <p:nvSpPr>
          <p:cNvPr id="319" name="What we really want:…"/>
          <p:cNvSpPr txBox="1"/>
          <p:nvPr/>
        </p:nvSpPr>
        <p:spPr>
          <a:xfrm>
            <a:off x="806443" y="9224994"/>
            <a:ext cx="14471388" cy="355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What we really want: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Neural network to handle input sequences of arbitrary length!</a:t>
            </a:r>
          </a:p>
        </p:txBody>
      </p:sp>
      <p:grpSp>
        <p:nvGrpSpPr>
          <p:cNvPr id="322" name="Group"/>
          <p:cNvGrpSpPr/>
          <p:nvPr/>
        </p:nvGrpSpPr>
        <p:grpSpPr>
          <a:xfrm>
            <a:off x="958031" y="5894159"/>
            <a:ext cx="14738513" cy="3558075"/>
            <a:chOff x="0" y="0"/>
            <a:chExt cx="14738512" cy="3558073"/>
          </a:xfrm>
        </p:grpSpPr>
        <p:sp>
          <p:nvSpPr>
            <p:cNvPr id="320" name="Remaining issues…"/>
            <p:cNvSpPr txBox="1"/>
            <p:nvPr/>
          </p:nvSpPr>
          <p:spPr>
            <a:xfrm>
              <a:off x="0" y="0"/>
              <a:ext cx="14738513" cy="3558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algn="l" defTabSz="805100">
                <a:spcBef>
                  <a:spcPts val="1300"/>
                </a:spcBef>
                <a:defRPr sz="3724">
                  <a:solidFill>
                    <a:schemeClr val="accent5">
                      <a:lumOff val="-29866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Remaining issues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Fixed window is still limited in size (too small)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Enlarging window increases parameters: 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Each word in the window is multiplied by a different set of weights</a:t>
              </a:r>
            </a:p>
            <a:p>
              <a:pPr marL="1026794" lvl="1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No symmetry in how the inputs are processed</a:t>
              </a:r>
            </a:p>
          </p:txBody>
        </p:sp>
        <p:pic>
          <p:nvPicPr>
            <p:cNvPr id="321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76169" y="1469461"/>
              <a:ext cx="3315600" cy="6191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3" name="Image" descr="Image"/>
          <p:cNvPicPr>
            <a:picLocks noChangeAspect="1"/>
          </p:cNvPicPr>
          <p:nvPr/>
        </p:nvPicPr>
        <p:blipFill>
          <a:blip r:embed="rId3"/>
          <a:srcRect l="51230" t="17286"/>
          <a:stretch>
            <a:fillRect/>
          </a:stretch>
        </p:blipFill>
        <p:spPr>
          <a:xfrm>
            <a:off x="15277831" y="80608"/>
            <a:ext cx="8850890" cy="7955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CC55B-6F7E-92AB-0B95-EDF4B6C9D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6545" y="7982774"/>
            <a:ext cx="8420670" cy="37316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D64B4ED-0C59-6BCE-9B2A-2AEB2E2B4D16}"/>
              </a:ext>
            </a:extLst>
          </p:cNvPr>
          <p:cNvGrpSpPr/>
          <p:nvPr/>
        </p:nvGrpSpPr>
        <p:grpSpPr>
          <a:xfrm>
            <a:off x="2190770" y="9023115"/>
            <a:ext cx="13517280" cy="1070640"/>
            <a:chOff x="2190770" y="9023115"/>
            <a:chExt cx="13517280" cy="10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F0F6A9-BC0F-EAC7-0A52-9E75834C3ABE}"/>
                    </a:ext>
                  </a:extLst>
                </p14:cNvPr>
                <p14:cNvContentPartPr/>
                <p14:nvPr/>
              </p14:nvContentPartPr>
              <p14:xfrm>
                <a:off x="2190770" y="9350715"/>
                <a:ext cx="2479320" cy="83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F0F6A9-BC0F-EAC7-0A52-9E75834C3A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82130" y="9342075"/>
                  <a:ext cx="2496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40F01E-3C7C-592B-82D1-8BC73A6EE00C}"/>
                    </a:ext>
                  </a:extLst>
                </p14:cNvPr>
                <p14:cNvContentPartPr/>
                <p14:nvPr/>
              </p14:nvContentPartPr>
              <p14:xfrm>
                <a:off x="4364450" y="9353235"/>
                <a:ext cx="11204640" cy="740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40F01E-3C7C-592B-82D1-8BC73A6EE00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55810" y="9344235"/>
                  <a:ext cx="1122228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97FCEE-095A-3DB1-24EA-B3AAC269182D}"/>
                    </a:ext>
                  </a:extLst>
                </p14:cNvPr>
                <p14:cNvContentPartPr/>
                <p14:nvPr/>
              </p14:nvContentPartPr>
              <p14:xfrm>
                <a:off x="15199730" y="9023115"/>
                <a:ext cx="508320" cy="76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97FCEE-095A-3DB1-24EA-B3AAC26918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90730" y="9014115"/>
                  <a:ext cx="525960" cy="787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0" animBg="1" advAuto="0"/>
      <p:bldP spid="319" grpId="0" animBg="1" advAuto="0"/>
      <p:bldP spid="322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Language Model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040593"/>
          </a:xfrm>
          <a:prstGeom prst="rect">
            <a:avLst/>
          </a:prstGeom>
        </p:spPr>
        <p:txBody>
          <a:bodyPr/>
          <a:lstStyle/>
          <a:p>
            <a:r>
              <a:t>Language Modeling</a:t>
            </a:r>
          </a:p>
        </p:txBody>
      </p:sp>
      <p:sp>
        <p:nvSpPr>
          <p:cNvPr id="330" name="Predict probability of sequence of words"/>
          <p:cNvSpPr txBox="1">
            <a:spLocks noGrp="1"/>
          </p:cNvSpPr>
          <p:nvPr>
            <p:ph type="body" sz="quarter" idx="1"/>
          </p:nvPr>
        </p:nvSpPr>
        <p:spPr>
          <a:xfrm>
            <a:off x="2241184" y="2502719"/>
            <a:ext cx="15609094" cy="3142625"/>
          </a:xfrm>
          <a:prstGeom prst="rect">
            <a:avLst/>
          </a:prstGeom>
        </p:spPr>
        <p:txBody>
          <a:bodyPr anchor="t"/>
          <a:lstStyle/>
          <a:p>
            <a:pPr marL="0" indent="0" defTabSz="747593">
              <a:spcBef>
                <a:spcPts val="6300"/>
              </a:spcBef>
              <a:buSzTx/>
              <a:buNone/>
              <a:defRPr sz="4004"/>
            </a:pPr>
            <a:r>
              <a:t>Predict probability of sequence of words</a:t>
            </a:r>
          </a:p>
          <a:p>
            <a:pPr marL="0" indent="0" defTabSz="747593">
              <a:spcBef>
                <a:spcPts val="6300"/>
              </a:spcBef>
              <a:buSzTx/>
              <a:buNone/>
              <a:defRPr sz="4004"/>
            </a:pPr>
            <a:endParaRPr/>
          </a:p>
        </p:txBody>
      </p:sp>
      <p:pic>
        <p:nvPicPr>
          <p:cNvPr id="3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97" y="3370642"/>
            <a:ext cx="7721601" cy="133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333" name="with n-grams…"/>
          <p:cNvSpPr txBox="1"/>
          <p:nvPr/>
        </p:nvSpPr>
        <p:spPr>
          <a:xfrm>
            <a:off x="2241184" y="6107469"/>
            <a:ext cx="8467829" cy="580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r>
              <a:t>with n-grams</a:t>
            </a:r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endParaRPr/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r>
              <a:t>with HMMs</a:t>
            </a:r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endParaRPr/>
          </a:p>
        </p:txBody>
      </p:sp>
      <p:pic>
        <p:nvPicPr>
          <p:cNvPr id="33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297" y="7598334"/>
            <a:ext cx="6146801" cy="48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197" y="10971980"/>
            <a:ext cx="7759701" cy="482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with neural networks…"/>
          <p:cNvSpPr txBox="1"/>
          <p:nvPr/>
        </p:nvSpPr>
        <p:spPr>
          <a:xfrm>
            <a:off x="12729707" y="2629719"/>
            <a:ext cx="8467829" cy="980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neural networks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fixed window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RNNs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5386" y="3839080"/>
            <a:ext cx="73787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2822" y="7357033"/>
            <a:ext cx="6769101" cy="48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5939" y="11221829"/>
            <a:ext cx="7874001" cy="469901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Rectangle"/>
          <p:cNvSpPr/>
          <p:nvPr/>
        </p:nvSpPr>
        <p:spPr>
          <a:xfrm>
            <a:off x="12529119" y="10516528"/>
            <a:ext cx="8869005" cy="1662884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E8CDA7-9171-652D-2397-F61622B998E8}"/>
                  </a:ext>
                </a:extLst>
              </p14:cNvPr>
              <p14:cNvContentPartPr/>
              <p14:nvPr/>
            </p14:nvContentPartPr>
            <p14:xfrm>
              <a:off x="20530610" y="4174995"/>
              <a:ext cx="1739160" cy="730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E8CDA7-9171-652D-2397-F61622B998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21970" y="4166355"/>
                <a:ext cx="1756800" cy="732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imple RNNs"/>
          <p:cNvSpPr txBox="1">
            <a:spLocks noGrp="1"/>
          </p:cNvSpPr>
          <p:nvPr>
            <p:ph type="title"/>
          </p:nvPr>
        </p:nvSpPr>
        <p:spPr>
          <a:xfrm>
            <a:off x="4181593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Simple RNNs</a:t>
            </a:r>
          </a:p>
        </p:txBody>
      </p:sp>
      <p:sp>
        <p:nvSpPr>
          <p:cNvPr id="3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Recurrent neural networks (RNNs)</a:t>
            </a:r>
          </a:p>
        </p:txBody>
      </p:sp>
      <p:sp>
        <p:nvSpPr>
          <p:cNvPr id="346" name="Form the basis for the modern approaches to machine translation, question answering and dialogue:"/>
          <p:cNvSpPr txBox="1">
            <a:spLocks noGrp="1"/>
          </p:cNvSpPr>
          <p:nvPr>
            <p:ph type="body" sz="quarter" idx="1"/>
          </p:nvPr>
        </p:nvSpPr>
        <p:spPr>
          <a:xfrm>
            <a:off x="4560662" y="2835003"/>
            <a:ext cx="14622107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t>Form the basis for the modern approaches to </a:t>
            </a:r>
            <a:r>
              <a:rPr b="1"/>
              <a:t>machine translation</a:t>
            </a:r>
            <a:r>
              <a:t>, </a:t>
            </a:r>
            <a:r>
              <a:rPr b="1"/>
              <a:t>question answering</a:t>
            </a:r>
            <a:r>
              <a:t> and </a:t>
            </a:r>
            <a:r>
              <a:rPr b="1"/>
              <a:t>dialogue</a:t>
            </a:r>
            <a:r>
              <a:t>: </a:t>
            </a:r>
          </a:p>
        </p:txBody>
      </p:sp>
      <p:pic>
        <p:nvPicPr>
          <p:cNvPr id="3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72" y="4719048"/>
            <a:ext cx="10817087" cy="8023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Why variable-length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variable-length?</a:t>
            </a:r>
          </a:p>
        </p:txBody>
      </p:sp>
      <p:sp>
        <p:nvSpPr>
          <p:cNvPr id="350" name="Recall the feedfoward neural LMs we learned:"/>
          <p:cNvSpPr txBox="1">
            <a:spLocks noGrp="1"/>
          </p:cNvSpPr>
          <p:nvPr>
            <p:ph type="body" sz="quarter" idx="1"/>
          </p:nvPr>
        </p:nvSpPr>
        <p:spPr>
          <a:xfrm>
            <a:off x="4084337" y="2863871"/>
            <a:ext cx="11084061" cy="103347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Recall the feedfoward neural LMs we learned:</a:t>
            </a:r>
          </a:p>
        </p:txBody>
      </p:sp>
      <p:pic>
        <p:nvPicPr>
          <p:cNvPr id="351" name="Image" descr="Image"/>
          <p:cNvPicPr>
            <a:picLocks noChangeAspect="1"/>
          </p:cNvPicPr>
          <p:nvPr/>
        </p:nvPicPr>
        <p:blipFill>
          <a:blip r:embed="rId2"/>
          <a:srcRect r="6854"/>
          <a:stretch>
            <a:fillRect/>
          </a:stretch>
        </p:blipFill>
        <p:spPr>
          <a:xfrm>
            <a:off x="3619680" y="4071179"/>
            <a:ext cx="7655060" cy="5976047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The dogs are barking"/>
          <p:cNvSpPr txBox="1"/>
          <p:nvPr/>
        </p:nvSpPr>
        <p:spPr>
          <a:xfrm>
            <a:off x="5026857" y="9926470"/>
            <a:ext cx="5733138" cy="1743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The dogs are </a:t>
            </a:r>
            <a:r>
              <a:rPr u="sng"/>
              <a:t>barking</a:t>
            </a:r>
          </a:p>
        </p:txBody>
      </p:sp>
      <p:sp>
        <p:nvSpPr>
          <p:cNvPr id="353" name="the dogs in the neighborhood are ___"/>
          <p:cNvSpPr txBox="1"/>
          <p:nvPr/>
        </p:nvSpPr>
        <p:spPr>
          <a:xfrm>
            <a:off x="11443386" y="12080039"/>
            <a:ext cx="8837756" cy="10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dogs in the neighborhood are ___</a:t>
            </a:r>
          </a:p>
        </p:txBody>
      </p:sp>
      <p:pic>
        <p:nvPicPr>
          <p:cNvPr id="354" name="Screen Shot 2019-09-30 at 8.43.37 PM.png" descr="Screen Shot 2019-09-30 at 8.43.3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648" y="4510764"/>
            <a:ext cx="7940629" cy="42580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7" name="Group"/>
          <p:cNvGrpSpPr/>
          <p:nvPr/>
        </p:nvGrpSpPr>
        <p:grpSpPr>
          <a:xfrm>
            <a:off x="13017569" y="9926470"/>
            <a:ext cx="6324345" cy="1743251"/>
            <a:chOff x="0" y="0"/>
            <a:chExt cx="6324343" cy="1743250"/>
          </a:xfrm>
        </p:grpSpPr>
        <p:pic>
          <p:nvPicPr>
            <p:cNvPr id="355" name="mathbf_x_=_mathb.pdf" descr="mathbf_x_=_mathb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242909" cy="6603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6" name="(fixed-window size = 3)"/>
            <p:cNvSpPr txBox="1"/>
            <p:nvPr/>
          </p:nvSpPr>
          <p:spPr>
            <a:xfrm>
              <a:off x="1102161" y="709772"/>
              <a:ext cx="5222183" cy="10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(fixed-window size = 3)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urrent Neural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Recurrent Neural Language Models</a:t>
            </a:r>
          </a:p>
        </p:txBody>
      </p:sp>
      <p:sp>
        <p:nvSpPr>
          <p:cNvPr id="360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61" name="Screen Shot 2019-10-08 at 9.41.56 PM.png" descr="Screen Shot 2019-10-08 at 9.41.5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917" y="3722915"/>
            <a:ext cx="14186166" cy="75002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omponents of RNN cells"/>
          <p:cNvSpPr txBox="1">
            <a:spLocks noGrp="1"/>
          </p:cNvSpPr>
          <p:nvPr>
            <p:ph type="title"/>
          </p:nvPr>
        </p:nvSpPr>
        <p:spPr>
          <a:xfrm>
            <a:off x="4387453" y="799943"/>
            <a:ext cx="15609094" cy="1458440"/>
          </a:xfrm>
          <a:prstGeom prst="rect">
            <a:avLst/>
          </a:prstGeom>
        </p:spPr>
        <p:txBody>
          <a:bodyPr/>
          <a:lstStyle/>
          <a:p>
            <a:r>
              <a:t>Components of RNN cells</a:t>
            </a:r>
          </a:p>
        </p:txBody>
      </p:sp>
      <p:grpSp>
        <p:nvGrpSpPr>
          <p:cNvPr id="366" name="Group"/>
          <p:cNvGrpSpPr/>
          <p:nvPr/>
        </p:nvGrpSpPr>
        <p:grpSpPr>
          <a:xfrm>
            <a:off x="5199947" y="2746702"/>
            <a:ext cx="5499357" cy="1354017"/>
            <a:chOff x="0" y="0"/>
            <a:chExt cx="5499356" cy="13540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4" name="Equation"/>
                <p:cNvSpPr txBox="1"/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36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blipFill>
                  <a:blip r:embed="rId2"/>
                  <a:stretch>
                    <a:fillRect r="-5283" b="-87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5" name="is an initial state"/>
            <p:cNvSpPr txBox="1"/>
            <p:nvPr/>
          </p:nvSpPr>
          <p:spPr>
            <a:xfrm>
              <a:off x="1704423" y="0"/>
              <a:ext cx="3794934" cy="1354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is an initial state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7" name="Group"/>
              <p:cNvSpPr txBox="1"/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3900"/>
              </a:p>
            </p:txBody>
          </p:sp>
        </mc:Choice>
        <mc:Fallback>
          <p:sp>
            <p:nvSpPr>
              <p:cNvPr id="367" name="Grou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blipFill>
                <a:blip r:embed="rId3"/>
                <a:stretch>
                  <a:fillRect r="-14043" b="-1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0" name="Group"/>
          <p:cNvGrpSpPr/>
          <p:nvPr/>
        </p:nvGrpSpPr>
        <p:grpSpPr>
          <a:xfrm>
            <a:off x="5199947" y="5245243"/>
            <a:ext cx="14183652" cy="1048080"/>
            <a:chOff x="0" y="0"/>
            <a:chExt cx="14183651" cy="10480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8" name="Equation"/>
                <p:cNvSpPr txBox="1"/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3700"/>
                </a:p>
              </p:txBody>
            </p:sp>
          </mc:Choice>
          <mc:Fallback>
            <p:sp>
              <p:nvSpPr>
                <p:cNvPr id="36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blipFill>
                  <a:blip r:embed="rId4"/>
                  <a:stretch>
                    <a:fillRect r="-22414" b="-2777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9" name=": hidden states which store information from   to"/>
                <p:cNvSpPr txBox="1"/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: hidden states which store information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sz="3800"/>
                </a:p>
              </p:txBody>
            </p:sp>
          </mc:Choice>
          <mc:Fallback>
            <p:sp>
              <p:nvSpPr>
                <p:cNvPr id="369" name=": hidden states which store information from   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blipFill>
                  <a:blip r:embed="rId5"/>
                  <a:stretch>
                    <a:fillRect l="-1513" b="-581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1" name="Rectangle"/>
          <p:cNvSpPr/>
          <p:nvPr/>
        </p:nvSpPr>
        <p:spPr>
          <a:xfrm>
            <a:off x="9990772" y="3996993"/>
            <a:ext cx="5554028" cy="87484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7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019" y="3059640"/>
            <a:ext cx="2893692" cy="592739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3" name="Output label for each time step: Denote  ,"/>
              <p:cNvSpPr txBox="1"/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rPr dirty="0"/>
                  <a:t>Output label for each time step: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35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|×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dirty="0"/>
              </a:p>
            </p:txBody>
          </p:sp>
        </mc:Choice>
        <mc:Fallback>
          <p:sp>
            <p:nvSpPr>
              <p:cNvPr id="373" name="Output label for each time step: Denote  ,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blipFill>
                <a:blip r:embed="rId7"/>
                <a:stretch>
                  <a:fillRect l="-1320" r="-2458" b="-383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roup"/>
          <p:cNvGrpSpPr/>
          <p:nvPr/>
        </p:nvGrpSpPr>
        <p:grpSpPr>
          <a:xfrm>
            <a:off x="8321615" y="4558433"/>
            <a:ext cx="2136623" cy="937682"/>
            <a:chOff x="0" y="0"/>
            <a:chExt cx="2136622" cy="937680"/>
          </a:xfrm>
        </p:grpSpPr>
        <p:sp>
          <p:nvSpPr>
            <p:cNvPr id="374" name="new state"/>
            <p:cNvSpPr txBox="1"/>
            <p:nvPr/>
          </p:nvSpPr>
          <p:spPr>
            <a:xfrm>
              <a:off x="-1" y="261507"/>
              <a:ext cx="2136624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new state</a:t>
              </a:r>
            </a:p>
          </p:txBody>
        </p:sp>
        <p:sp>
          <p:nvSpPr>
            <p:cNvPr id="375" name="Line"/>
            <p:cNvSpPr/>
            <p:nvPr/>
          </p:nvSpPr>
          <p:spPr>
            <a:xfrm flipV="1">
              <a:off x="1454248" y="0"/>
              <a:ext cx="557994" cy="35341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79" name="Group"/>
          <p:cNvGrpSpPr/>
          <p:nvPr/>
        </p:nvGrpSpPr>
        <p:grpSpPr>
          <a:xfrm>
            <a:off x="11519302" y="4763952"/>
            <a:ext cx="1925397" cy="920945"/>
            <a:chOff x="0" y="0"/>
            <a:chExt cx="1925396" cy="920943"/>
          </a:xfrm>
        </p:grpSpPr>
        <p:sp>
          <p:nvSpPr>
            <p:cNvPr id="377" name="old state"/>
            <p:cNvSpPr txBox="1"/>
            <p:nvPr/>
          </p:nvSpPr>
          <p:spPr>
            <a:xfrm>
              <a:off x="0" y="244770"/>
              <a:ext cx="1925397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rPr dirty="0"/>
                <a:t>old state</a:t>
              </a:r>
            </a:p>
          </p:txBody>
        </p:sp>
        <p:sp>
          <p:nvSpPr>
            <p:cNvPr id="378" name="Line"/>
            <p:cNvSpPr/>
            <p:nvPr/>
          </p:nvSpPr>
          <p:spPr>
            <a:xfrm flipV="1">
              <a:off x="875772" y="0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82" name="Group"/>
          <p:cNvGrpSpPr/>
          <p:nvPr/>
        </p:nvGrpSpPr>
        <p:grpSpPr>
          <a:xfrm>
            <a:off x="13265463" y="4729534"/>
            <a:ext cx="3463097" cy="766581"/>
            <a:chOff x="0" y="0"/>
            <a:chExt cx="3463096" cy="766579"/>
          </a:xfrm>
        </p:grpSpPr>
        <p:sp>
          <p:nvSpPr>
            <p:cNvPr id="380" name="input at time t"/>
            <p:cNvSpPr txBox="1"/>
            <p:nvPr/>
          </p:nvSpPr>
          <p:spPr>
            <a:xfrm>
              <a:off x="486597" y="90406"/>
              <a:ext cx="2976500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input at time t</a:t>
              </a:r>
            </a:p>
          </p:txBody>
        </p:sp>
        <p:sp>
          <p:nvSpPr>
            <p:cNvPr id="381" name="Line"/>
            <p:cNvSpPr/>
            <p:nvPr/>
          </p:nvSpPr>
          <p:spPr>
            <a:xfrm flipH="1" flipV="1">
              <a:off x="-1" y="-1"/>
              <a:ext cx="486111" cy="48611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85" name="Group"/>
          <p:cNvGrpSpPr/>
          <p:nvPr/>
        </p:nvGrpSpPr>
        <p:grpSpPr>
          <a:xfrm>
            <a:off x="11268173" y="3201074"/>
            <a:ext cx="5040758" cy="1077777"/>
            <a:chOff x="0" y="0"/>
            <a:chExt cx="5040757" cy="1077775"/>
          </a:xfrm>
        </p:grpSpPr>
        <p:sp>
          <p:nvSpPr>
            <p:cNvPr id="383" name="function with weights W"/>
            <p:cNvSpPr txBox="1"/>
            <p:nvPr/>
          </p:nvSpPr>
          <p:spPr>
            <a:xfrm>
              <a:off x="0" y="0"/>
              <a:ext cx="5040758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function with weights W</a:t>
              </a:r>
            </a:p>
          </p:txBody>
        </p:sp>
        <p:sp>
          <p:nvSpPr>
            <p:cNvPr id="384" name="Line"/>
            <p:cNvSpPr/>
            <p:nvPr/>
          </p:nvSpPr>
          <p:spPr>
            <a:xfrm flipH="1">
              <a:off x="408327" y="582686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 animBg="1" advAuto="0"/>
      <p:bldP spid="376" grpId="0" animBg="1" advAuto="0"/>
      <p:bldP spid="379" grpId="0" animBg="1" advAuto="0"/>
      <p:bldP spid="382" grpId="0" animBg="1" advAuto="0"/>
      <p:bldP spid="385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Unrolling the R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Unrolling the RNN</a:t>
            </a:r>
          </a:p>
        </p:txBody>
      </p:sp>
      <p:pic>
        <p:nvPicPr>
          <p:cNvPr id="3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311" y="4391221"/>
            <a:ext cx="2893692" cy="59273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1" name="Group"/>
          <p:cNvGrpSpPr/>
          <p:nvPr/>
        </p:nvGrpSpPr>
        <p:grpSpPr>
          <a:xfrm>
            <a:off x="8193327" y="6686070"/>
            <a:ext cx="1565621" cy="1736071"/>
            <a:chOff x="0" y="0"/>
            <a:chExt cx="1565619" cy="1736069"/>
          </a:xfrm>
        </p:grpSpPr>
        <p:sp>
          <p:nvSpPr>
            <p:cNvPr id="389" name="Line"/>
            <p:cNvSpPr/>
            <p:nvPr/>
          </p:nvSpPr>
          <p:spPr>
            <a:xfrm>
              <a:off x="775546" y="868034"/>
              <a:ext cx="790074" cy="1"/>
            </a:xfrm>
            <a:prstGeom prst="line">
              <a:avLst/>
            </a:prstGeom>
            <a:noFill/>
            <a:ln w="50800" cap="flat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0" name="Rectangle"/>
                <p:cNvSpPr/>
                <p:nvPr/>
              </p:nvSpPr>
              <p:spPr>
                <a:xfrm>
                  <a:off x="0" y="0"/>
                  <a:ext cx="908388" cy="1736070"/>
                </a:xfrm>
                <a:prstGeom prst="rect">
                  <a:avLst/>
                </a:prstGeom>
                <a:solidFill>
                  <a:srgbClr val="D7EBD2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90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908388" cy="17360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0" name="Group"/>
          <p:cNvGrpSpPr/>
          <p:nvPr/>
        </p:nvGrpSpPr>
        <p:grpSpPr>
          <a:xfrm>
            <a:off x="9720774" y="4243740"/>
            <a:ext cx="9436495" cy="6620731"/>
            <a:chOff x="0" y="0"/>
            <a:chExt cx="9436494" cy="6620729"/>
          </a:xfrm>
        </p:grpSpPr>
        <p:grpSp>
          <p:nvGrpSpPr>
            <p:cNvPr id="397" name="Group"/>
            <p:cNvGrpSpPr/>
            <p:nvPr/>
          </p:nvGrpSpPr>
          <p:grpSpPr>
            <a:xfrm>
              <a:off x="0" y="-1"/>
              <a:ext cx="908388" cy="6620731"/>
              <a:chOff x="0" y="0"/>
              <a:chExt cx="908387" cy="662072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2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92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3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93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4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94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5" name="Line"/>
              <p:cNvSpPr/>
              <p:nvPr/>
            </p:nvSpPr>
            <p:spPr>
              <a:xfrm flipV="1">
                <a:off x="431418" y="169607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96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04" name="Group"/>
            <p:cNvGrpSpPr/>
            <p:nvPr/>
          </p:nvGrpSpPr>
          <p:grpSpPr>
            <a:xfrm>
              <a:off x="914265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8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98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9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99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0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00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1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2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3" name="Line"/>
              <p:cNvSpPr/>
              <p:nvPr/>
            </p:nvSpPr>
            <p:spPr>
              <a:xfrm flipV="1">
                <a:off x="454193" y="1715062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11" name="Group"/>
            <p:cNvGrpSpPr/>
            <p:nvPr/>
          </p:nvGrpSpPr>
          <p:grpSpPr>
            <a:xfrm>
              <a:off x="2582057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5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05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6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06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7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07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8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9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0" name="Line"/>
              <p:cNvSpPr/>
              <p:nvPr/>
            </p:nvSpPr>
            <p:spPr>
              <a:xfrm flipV="1">
                <a:off x="454193" y="171666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18" name="Group"/>
            <p:cNvGrpSpPr/>
            <p:nvPr/>
          </p:nvGrpSpPr>
          <p:grpSpPr>
            <a:xfrm>
              <a:off x="7784079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2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12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3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13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4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414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5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6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7" name="Line"/>
              <p:cNvSpPr/>
              <p:nvPr/>
            </p:nvSpPr>
            <p:spPr>
              <a:xfrm flipV="1">
                <a:off x="494917" y="169607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9" name="Equation"/>
                <p:cNvSpPr txBox="1"/>
                <p:nvPr/>
              </p:nvSpPr>
              <p:spPr>
                <a:xfrm>
                  <a:off x="5792182" y="3279351"/>
                  <a:ext cx="651283" cy="930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6600" i="1">
                            <a:solidFill>
                              <a:srgbClr val="017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sz="6600">
                    <a:solidFill>
                      <a:srgbClr val="017100"/>
                    </a:solidFill>
                  </a:endParaRPr>
                </a:p>
              </p:txBody>
            </p:sp>
          </mc:Choice>
          <mc:Fallback>
            <p:sp>
              <p:nvSpPr>
                <p:cNvPr id="41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2182" y="3279351"/>
                  <a:ext cx="651283" cy="93041"/>
                </a:xfrm>
                <a:prstGeom prst="rect">
                  <a:avLst/>
                </a:prstGeom>
                <a:blipFill>
                  <a:blip r:embed="rId16"/>
                  <a:stretch>
                    <a:fillRect b="-8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1" name="Structure of cell and weights are shared across time steps"/>
          <p:cNvSpPr txBox="1"/>
          <p:nvPr/>
        </p:nvSpPr>
        <p:spPr>
          <a:xfrm>
            <a:off x="4874399" y="11912875"/>
            <a:ext cx="14635202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Structure of cell and weights are shared across time steps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 animBg="1" advAuto="0"/>
      <p:bldP spid="420" grpId="0" animBg="1" advAuto="0"/>
      <p:bldP spid="421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ypes of sequence processing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sequence processing problems</a:t>
            </a:r>
          </a:p>
        </p:txBody>
      </p:sp>
      <p:grpSp>
        <p:nvGrpSpPr>
          <p:cNvPr id="426" name="Group"/>
          <p:cNvGrpSpPr/>
          <p:nvPr/>
        </p:nvGrpSpPr>
        <p:grpSpPr>
          <a:xfrm>
            <a:off x="180548" y="3409903"/>
            <a:ext cx="3279196" cy="9649383"/>
            <a:chOff x="0" y="0"/>
            <a:chExt cx="3279195" cy="9649381"/>
          </a:xfrm>
        </p:grpSpPr>
        <p:pic>
          <p:nvPicPr>
            <p:cNvPr id="42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279196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5" name="Vanilla Neural Networks"/>
            <p:cNvSpPr txBox="1"/>
            <p:nvPr/>
          </p:nvSpPr>
          <p:spPr>
            <a:xfrm>
              <a:off x="56653" y="7540953"/>
              <a:ext cx="2989380" cy="2108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Vanilla Neural Networks</a:t>
              </a:r>
            </a:p>
          </p:txBody>
        </p:sp>
      </p:grpSp>
      <p:grpSp>
        <p:nvGrpSpPr>
          <p:cNvPr id="429" name="Group"/>
          <p:cNvGrpSpPr/>
          <p:nvPr/>
        </p:nvGrpSpPr>
        <p:grpSpPr>
          <a:xfrm>
            <a:off x="18881732" y="3409903"/>
            <a:ext cx="4671787" cy="9140327"/>
            <a:chOff x="0" y="0"/>
            <a:chExt cx="4671785" cy="9140326"/>
          </a:xfrm>
        </p:grpSpPr>
        <p:pic>
          <p:nvPicPr>
            <p:cNvPr id="427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671786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8" name="Sequence Tagging"/>
            <p:cNvSpPr txBox="1"/>
            <p:nvPr/>
          </p:nvSpPr>
          <p:spPr>
            <a:xfrm>
              <a:off x="606696" y="7692297"/>
              <a:ext cx="3458395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Sequence Tagging</a:t>
              </a:r>
            </a:p>
          </p:txBody>
        </p:sp>
      </p:grpSp>
      <p:grpSp>
        <p:nvGrpSpPr>
          <p:cNvPr id="432" name="Group"/>
          <p:cNvGrpSpPr/>
          <p:nvPr/>
        </p:nvGrpSpPr>
        <p:grpSpPr>
          <a:xfrm>
            <a:off x="12320830" y="3409903"/>
            <a:ext cx="6862734" cy="9140327"/>
            <a:chOff x="0" y="0"/>
            <a:chExt cx="6862733" cy="9140326"/>
          </a:xfrm>
        </p:grpSpPr>
        <p:pic>
          <p:nvPicPr>
            <p:cNvPr id="43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862734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1" name="Neural Machine Translation"/>
            <p:cNvSpPr txBox="1"/>
            <p:nvPr/>
          </p:nvSpPr>
          <p:spPr>
            <a:xfrm>
              <a:off x="1257635" y="7692297"/>
              <a:ext cx="4347462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Neural Machine Translation</a:t>
              </a:r>
            </a:p>
          </p:txBody>
        </p:sp>
      </p:grpSp>
      <p:grpSp>
        <p:nvGrpSpPr>
          <p:cNvPr id="435" name="Group"/>
          <p:cNvGrpSpPr/>
          <p:nvPr/>
        </p:nvGrpSpPr>
        <p:grpSpPr>
          <a:xfrm>
            <a:off x="8284147" y="3409903"/>
            <a:ext cx="4347462" cy="9084651"/>
            <a:chOff x="0" y="0"/>
            <a:chExt cx="4347460" cy="9084650"/>
          </a:xfrm>
        </p:grpSpPr>
        <p:pic>
          <p:nvPicPr>
            <p:cNvPr id="43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4347461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4" name="Text Classification"/>
            <p:cNvSpPr txBox="1"/>
            <p:nvPr/>
          </p:nvSpPr>
          <p:spPr>
            <a:xfrm>
              <a:off x="363045" y="7636621"/>
              <a:ext cx="3747881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Text Classification</a:t>
              </a:r>
            </a:p>
          </p:txBody>
        </p:sp>
      </p:grpSp>
      <p:grpSp>
        <p:nvGrpSpPr>
          <p:cNvPr id="438" name="Group"/>
          <p:cNvGrpSpPr/>
          <p:nvPr/>
        </p:nvGrpSpPr>
        <p:grpSpPr>
          <a:xfrm>
            <a:off x="3531862" y="3409903"/>
            <a:ext cx="4447004" cy="8810127"/>
            <a:chOff x="0" y="0"/>
            <a:chExt cx="4447002" cy="8810126"/>
          </a:xfrm>
        </p:grpSpPr>
        <p:pic>
          <p:nvPicPr>
            <p:cNvPr id="436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447003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Text Generation"/>
            <p:cNvSpPr txBox="1"/>
            <p:nvPr/>
          </p:nvSpPr>
          <p:spPr>
            <a:xfrm>
              <a:off x="179576" y="8022497"/>
              <a:ext cx="408785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Text Generation</a:t>
              </a:r>
            </a:p>
          </p:txBody>
        </p:sp>
      </p:grpSp>
      <p:sp>
        <p:nvSpPr>
          <p:cNvPr id="439" name="Rectangle"/>
          <p:cNvSpPr/>
          <p:nvPr/>
        </p:nvSpPr>
        <p:spPr>
          <a:xfrm>
            <a:off x="3342923" y="3312603"/>
            <a:ext cx="20366046" cy="9843983"/>
          </a:xfrm>
          <a:prstGeom prst="rect">
            <a:avLst/>
          </a:prstGeom>
          <a:ln w="635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" grpId="0" animBg="1" advAuto="0"/>
      <p:bldP spid="429" grpId="0" animBg="1" advAuto="0"/>
      <p:bldP spid="432" grpId="0" animBg="1" advAuto="0"/>
      <p:bldP spid="435" grpId="0" animBg="1" advAuto="0"/>
      <p:bldP spid="438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imple (vanilla) RNNs"/>
          <p:cNvSpPr txBox="1">
            <a:spLocks noGrp="1"/>
          </p:cNvSpPr>
          <p:nvPr>
            <p:ph type="title"/>
          </p:nvPr>
        </p:nvSpPr>
        <p:spPr>
          <a:xfrm>
            <a:off x="4387453" y="799943"/>
            <a:ext cx="15609094" cy="1458440"/>
          </a:xfrm>
          <a:prstGeom prst="rect">
            <a:avLst/>
          </a:prstGeom>
        </p:spPr>
        <p:txBody>
          <a:bodyPr/>
          <a:lstStyle/>
          <a:p>
            <a:r>
              <a:t>Simple (vanilla) RNNs</a:t>
            </a:r>
          </a:p>
        </p:txBody>
      </p:sp>
      <p:grpSp>
        <p:nvGrpSpPr>
          <p:cNvPr id="444" name="Group"/>
          <p:cNvGrpSpPr/>
          <p:nvPr/>
        </p:nvGrpSpPr>
        <p:grpSpPr>
          <a:xfrm>
            <a:off x="5199947" y="2746702"/>
            <a:ext cx="5499357" cy="1354017"/>
            <a:chOff x="0" y="0"/>
            <a:chExt cx="5499356" cy="13540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2" name="Equation"/>
                <p:cNvSpPr txBox="1"/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44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blipFill>
                  <a:blip r:embed="rId2"/>
                  <a:stretch>
                    <a:fillRect r="-5283" b="-87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3" name="is an initial state"/>
            <p:cNvSpPr txBox="1"/>
            <p:nvPr/>
          </p:nvSpPr>
          <p:spPr>
            <a:xfrm>
              <a:off x="1704423" y="0"/>
              <a:ext cx="3794934" cy="1354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is an initial state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5" name="Group"/>
              <p:cNvSpPr txBox="1"/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3900"/>
              </a:p>
            </p:txBody>
          </p:sp>
        </mc:Choice>
        <mc:Fallback>
          <p:sp>
            <p:nvSpPr>
              <p:cNvPr id="445" name="Grou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blipFill>
                <a:blip r:embed="rId3"/>
                <a:stretch>
                  <a:fillRect r="-14043" b="-1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2" name="Group"/>
          <p:cNvGrpSpPr/>
          <p:nvPr/>
        </p:nvGrpSpPr>
        <p:grpSpPr>
          <a:xfrm>
            <a:off x="5059076" y="7018798"/>
            <a:ext cx="15109339" cy="4614994"/>
            <a:chOff x="0" y="-419049"/>
            <a:chExt cx="15109337" cy="4614993"/>
          </a:xfrm>
        </p:grpSpPr>
        <p:sp>
          <p:nvSpPr>
            <p:cNvPr id="446" name="Rectangle"/>
            <p:cNvSpPr/>
            <p:nvPr/>
          </p:nvSpPr>
          <p:spPr>
            <a:xfrm>
              <a:off x="3925298" y="1259423"/>
              <a:ext cx="7854411" cy="1054536"/>
            </a:xfrm>
            <a:prstGeom prst="rect">
              <a:avLst/>
            </a:prstGeom>
            <a:noFill/>
            <a:ln w="762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7" name="Group"/>
                <p:cNvSpPr txBox="1"/>
                <p:nvPr/>
              </p:nvSpPr>
              <p:spPr>
                <a:xfrm>
                  <a:off x="4176935" y="1508293"/>
                  <a:ext cx="6587329" cy="551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 dirty="0"/>
                </a:p>
              </p:txBody>
            </p:sp>
          </mc:Choice>
          <mc:Fallback>
            <p:sp>
              <p:nvSpPr>
                <p:cNvPr id="447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935" y="1508293"/>
                  <a:ext cx="6587329" cy="551141"/>
                </a:xfrm>
                <a:prstGeom prst="rect">
                  <a:avLst/>
                </a:prstGeom>
                <a:blipFill>
                  <a:blip r:embed="rId4"/>
                  <a:stretch>
                    <a:fillRect r="-11008" b="-1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8" name="Group"/>
            <p:cNvSpPr txBox="1"/>
            <p:nvPr/>
          </p:nvSpPr>
          <p:spPr>
            <a:xfrm>
              <a:off x="0" y="-419049"/>
              <a:ext cx="6143890" cy="2192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1"/>
                <a:t>Simple (vanilla) RNNs</a:t>
              </a:r>
              <a:r>
                <a:t>:</a:t>
              </a:r>
            </a:p>
          </p:txBody>
        </p:sp>
        <p:grpSp>
          <p:nvGrpSpPr>
            <p:cNvPr id="451" name="Group"/>
            <p:cNvGrpSpPr/>
            <p:nvPr/>
          </p:nvGrpSpPr>
          <p:grpSpPr>
            <a:xfrm>
              <a:off x="8579238" y="1841342"/>
              <a:ext cx="6530099" cy="2354602"/>
              <a:chOff x="0" y="0"/>
              <a:chExt cx="6530098" cy="235460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9" name="Equation"/>
                  <p:cNvSpPr txBox="1"/>
                  <p:nvPr/>
                </p:nvSpPr>
                <p:spPr>
                  <a:xfrm>
                    <a:off x="54816" y="1803461"/>
                    <a:ext cx="6475283" cy="5511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sup>
                          </m:s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  <a:endParaRPr sz="3900"/>
                  </a:p>
                </p:txBody>
              </p:sp>
            </mc:Choice>
            <mc:Fallback>
              <p:sp>
                <p:nvSpPr>
                  <p:cNvPr id="44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16" y="1803461"/>
                    <a:ext cx="6475283" cy="55114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7721" b="-10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0" name="Group"/>
                  <p:cNvSpPr txBox="1"/>
                  <p:nvPr/>
                </p:nvSpPr>
                <p:spPr>
                  <a:xfrm>
                    <a:off x="0" y="0"/>
                    <a:ext cx="5680951" cy="202694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rmAutofit/>
                  </a:bodyPr>
                  <a:lstStyle/>
                  <a:p>
                    <a:pPr algn="l">
                      <a:spcBef>
                        <a:spcPts val="1400"/>
                      </a:spcBef>
                      <a:defRPr sz="3600">
                        <a:latin typeface="Georgia"/>
                        <a:ea typeface="Georgia"/>
                        <a:cs typeface="Georgia"/>
                        <a:sym typeface="Georgia"/>
                      </a:defRPr>
                    </a:pPr>
                    <a14:m>
                      <m:oMath xmlns:m="http://schemas.openxmlformats.org/officeDocument/2006/math"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a14:m>
                    <a:r>
                      <a:t>: nonlinearity (e.g. tanh),</a:t>
                    </a:r>
                    <a:endParaRPr sz="3800"/>
                  </a:p>
                </p:txBody>
              </p:sp>
            </mc:Choice>
            <mc:Fallback>
              <p:sp>
                <p:nvSpPr>
                  <p:cNvPr id="450" name="Group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5680951" cy="20269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751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55" name="Group"/>
          <p:cNvGrpSpPr/>
          <p:nvPr/>
        </p:nvGrpSpPr>
        <p:grpSpPr>
          <a:xfrm>
            <a:off x="5199947" y="5245243"/>
            <a:ext cx="14183652" cy="1048080"/>
            <a:chOff x="0" y="0"/>
            <a:chExt cx="14183651" cy="10480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3" name="Equation"/>
                <p:cNvSpPr txBox="1"/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3700"/>
                </a:p>
              </p:txBody>
            </p:sp>
          </mc:Choice>
          <mc:Fallback>
            <p:sp>
              <p:nvSpPr>
                <p:cNvPr id="45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blipFill>
                  <a:blip r:embed="rId7"/>
                  <a:stretch>
                    <a:fillRect r="-22414" b="-2777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4" name=": hidden states which store information from   to"/>
                <p:cNvSpPr txBox="1"/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: hidden states which store information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sz="3800"/>
                </a:p>
              </p:txBody>
            </p:sp>
          </mc:Choice>
          <mc:Fallback>
            <p:sp>
              <p:nvSpPr>
                <p:cNvPr id="454" name=": hidden states which store information from   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blipFill>
                  <a:blip r:embed="rId8"/>
                  <a:stretch>
                    <a:fillRect l="-1513" b="-581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6" name="Rectangle"/>
          <p:cNvSpPr/>
          <p:nvPr/>
        </p:nvSpPr>
        <p:spPr>
          <a:xfrm>
            <a:off x="9990771" y="3996993"/>
            <a:ext cx="5435275" cy="87484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45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019" y="3059640"/>
            <a:ext cx="2893692" cy="592739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8124" y="8984459"/>
            <a:ext cx="4394356" cy="4407592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59" name="Output label for each time step: Denote  ,"/>
              <p:cNvSpPr txBox="1"/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Output label for each time step: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35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|×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/>
              </a:p>
            </p:txBody>
          </p:sp>
        </mc:Choice>
        <mc:Fallback>
          <p:sp>
            <p:nvSpPr>
              <p:cNvPr id="459" name="Output label for each time step: Denote  ,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blipFill>
                <a:blip r:embed="rId11"/>
                <a:stretch>
                  <a:fillRect l="-1320" r="-2458" b="-383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2" name="Group"/>
          <p:cNvGrpSpPr/>
          <p:nvPr/>
        </p:nvGrpSpPr>
        <p:grpSpPr>
          <a:xfrm>
            <a:off x="8321615" y="4558433"/>
            <a:ext cx="2136623" cy="937682"/>
            <a:chOff x="0" y="0"/>
            <a:chExt cx="2136622" cy="937680"/>
          </a:xfrm>
        </p:grpSpPr>
        <p:sp>
          <p:nvSpPr>
            <p:cNvPr id="460" name="new state"/>
            <p:cNvSpPr txBox="1"/>
            <p:nvPr/>
          </p:nvSpPr>
          <p:spPr>
            <a:xfrm>
              <a:off x="-1" y="261507"/>
              <a:ext cx="2136624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new state</a:t>
              </a:r>
            </a:p>
          </p:txBody>
        </p:sp>
        <p:sp>
          <p:nvSpPr>
            <p:cNvPr id="461" name="Line"/>
            <p:cNvSpPr/>
            <p:nvPr/>
          </p:nvSpPr>
          <p:spPr>
            <a:xfrm flipV="1">
              <a:off x="1454248" y="0"/>
              <a:ext cx="557994" cy="35341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5" name="Group"/>
          <p:cNvGrpSpPr/>
          <p:nvPr/>
        </p:nvGrpSpPr>
        <p:grpSpPr>
          <a:xfrm>
            <a:off x="11566978" y="4730199"/>
            <a:ext cx="1925397" cy="920945"/>
            <a:chOff x="0" y="0"/>
            <a:chExt cx="1925396" cy="920943"/>
          </a:xfrm>
        </p:grpSpPr>
        <p:sp>
          <p:nvSpPr>
            <p:cNvPr id="463" name="old state"/>
            <p:cNvSpPr txBox="1"/>
            <p:nvPr/>
          </p:nvSpPr>
          <p:spPr>
            <a:xfrm>
              <a:off x="0" y="244770"/>
              <a:ext cx="1925397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rPr dirty="0"/>
                <a:t>old state</a:t>
              </a:r>
            </a:p>
          </p:txBody>
        </p:sp>
        <p:sp>
          <p:nvSpPr>
            <p:cNvPr id="464" name="Line"/>
            <p:cNvSpPr/>
            <p:nvPr/>
          </p:nvSpPr>
          <p:spPr>
            <a:xfrm flipV="1">
              <a:off x="875772" y="0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8" name="Group"/>
          <p:cNvGrpSpPr/>
          <p:nvPr/>
        </p:nvGrpSpPr>
        <p:grpSpPr>
          <a:xfrm>
            <a:off x="13265463" y="4729534"/>
            <a:ext cx="3463097" cy="766581"/>
            <a:chOff x="0" y="0"/>
            <a:chExt cx="3463096" cy="766579"/>
          </a:xfrm>
        </p:grpSpPr>
        <p:sp>
          <p:nvSpPr>
            <p:cNvPr id="466" name="input at time t"/>
            <p:cNvSpPr txBox="1"/>
            <p:nvPr/>
          </p:nvSpPr>
          <p:spPr>
            <a:xfrm>
              <a:off x="486597" y="90406"/>
              <a:ext cx="2976500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input at time t</a:t>
              </a:r>
            </a:p>
          </p:txBody>
        </p:sp>
        <p:sp>
          <p:nvSpPr>
            <p:cNvPr id="467" name="Line"/>
            <p:cNvSpPr/>
            <p:nvPr/>
          </p:nvSpPr>
          <p:spPr>
            <a:xfrm flipH="1" flipV="1">
              <a:off x="-1" y="-1"/>
              <a:ext cx="486111" cy="48611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71" name="Group"/>
          <p:cNvGrpSpPr/>
          <p:nvPr/>
        </p:nvGrpSpPr>
        <p:grpSpPr>
          <a:xfrm>
            <a:off x="11268173" y="3201074"/>
            <a:ext cx="5040758" cy="1077777"/>
            <a:chOff x="0" y="0"/>
            <a:chExt cx="5040757" cy="1077775"/>
          </a:xfrm>
        </p:grpSpPr>
        <p:sp>
          <p:nvSpPr>
            <p:cNvPr id="469" name="function with weights W"/>
            <p:cNvSpPr txBox="1"/>
            <p:nvPr/>
          </p:nvSpPr>
          <p:spPr>
            <a:xfrm>
              <a:off x="0" y="0"/>
              <a:ext cx="5040758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function with weights W</a:t>
              </a:r>
            </a:p>
          </p:txBody>
        </p:sp>
        <p:sp>
          <p:nvSpPr>
            <p:cNvPr id="470" name="Line"/>
            <p:cNvSpPr/>
            <p:nvPr/>
          </p:nvSpPr>
          <p:spPr>
            <a:xfrm flipH="1">
              <a:off x="408327" y="582686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7B07F1-03BA-CE43-4BD8-146FDFB6CF62}"/>
              </a:ext>
            </a:extLst>
          </p:cNvPr>
          <p:cNvSpPr txBox="1"/>
          <p:nvPr/>
        </p:nvSpPr>
        <p:spPr>
          <a:xfrm>
            <a:off x="16838787" y="5280675"/>
            <a:ext cx="7307104" cy="1129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L: the set of all possible output labels</a:t>
            </a:r>
          </a:p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|L|: the size of the label set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331F20-CAEC-CD88-5B9F-02E15AD124F1}"/>
                  </a:ext>
                </a:extLst>
              </p14:cNvPr>
              <p14:cNvContentPartPr/>
              <p14:nvPr/>
            </p14:nvContentPartPr>
            <p14:xfrm>
              <a:off x="18240358" y="6510675"/>
              <a:ext cx="360" cy="448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331F20-CAEC-CD88-5B9F-02E15AD124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231358" y="6501675"/>
                <a:ext cx="18000" cy="46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0" animBg="1" advAuto="0"/>
      <p:bldP spid="458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roup"/>
          <p:cNvGrpSpPr/>
          <p:nvPr/>
        </p:nvGrpSpPr>
        <p:grpSpPr>
          <a:xfrm>
            <a:off x="2984500" y="634182"/>
            <a:ext cx="18415000" cy="11938001"/>
            <a:chOff x="0" y="0"/>
            <a:chExt cx="18415000" cy="11938000"/>
          </a:xfrm>
        </p:grpSpPr>
        <p:pic>
          <p:nvPicPr>
            <p:cNvPr id="511" name="Image" descr="Image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8415000" cy="1193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2" name="Rectangle"/>
            <p:cNvSpPr/>
            <p:nvPr/>
          </p:nvSpPr>
          <p:spPr>
            <a:xfrm>
              <a:off x="96474" y="269163"/>
              <a:ext cx="11297124" cy="12700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14" name="RNN Language Model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9484274" cy="1858388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RNN Language Model</a:t>
            </a:r>
          </a:p>
        </p:txBody>
      </p:sp>
      <p:sp>
        <p:nvSpPr>
          <p:cNvPr id="515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  <p:sp>
        <p:nvSpPr>
          <p:cNvPr id="516" name="Use word embeddings"/>
          <p:cNvSpPr txBox="1"/>
          <p:nvPr/>
        </p:nvSpPr>
        <p:spPr>
          <a:xfrm>
            <a:off x="19630913" y="9050344"/>
            <a:ext cx="4010042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Use word embeddings</a:t>
            </a:r>
          </a:p>
        </p:txBody>
      </p:sp>
      <p:sp>
        <p:nvSpPr>
          <p:cNvPr id="517" name="Output label size: |V|"/>
          <p:cNvSpPr txBox="1"/>
          <p:nvPr/>
        </p:nvSpPr>
        <p:spPr>
          <a:xfrm>
            <a:off x="9366440" y="2837723"/>
            <a:ext cx="565112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Output label size: |V|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E2E88C-06BE-C4C2-8024-38667535B0C7}"/>
              </a:ext>
            </a:extLst>
          </p:cNvPr>
          <p:cNvGrpSpPr/>
          <p:nvPr/>
        </p:nvGrpSpPr>
        <p:grpSpPr>
          <a:xfrm>
            <a:off x="16684798" y="215715"/>
            <a:ext cx="6581160" cy="11901960"/>
            <a:chOff x="16684798" y="215715"/>
            <a:chExt cx="6581160" cy="119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468C5E-C33E-D681-C6F9-6979543C79CB}"/>
                    </a:ext>
                  </a:extLst>
                </p14:cNvPr>
                <p14:cNvContentPartPr/>
                <p14:nvPr/>
              </p14:nvContentPartPr>
              <p14:xfrm>
                <a:off x="16684798" y="215715"/>
                <a:ext cx="6581160" cy="11822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468C5E-C33E-D681-C6F9-6979543C79C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675798" y="207075"/>
                  <a:ext cx="6598800" cy="118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67AC27-8299-EC60-7F57-D0A75E9DDD06}"/>
                    </a:ext>
                  </a:extLst>
                </p14:cNvPr>
                <p14:cNvContentPartPr/>
                <p14:nvPr/>
              </p14:nvContentPartPr>
              <p14:xfrm>
                <a:off x="20069158" y="11863155"/>
                <a:ext cx="392040" cy="254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67AC27-8299-EC60-7F57-D0A75E9DDD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060158" y="11854515"/>
                  <a:ext cx="40968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28571B-5B41-B6A8-E92E-07FB2D77763E}"/>
                  </a:ext>
                </a:extLst>
              </p14:cNvPr>
              <p14:cNvContentPartPr/>
              <p14:nvPr/>
            </p14:nvContentPartPr>
            <p14:xfrm>
              <a:off x="15366118" y="1110315"/>
              <a:ext cx="3154320" cy="406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28571B-5B41-B6A8-E92E-07FB2D7776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57118" y="1101315"/>
                <a:ext cx="3171960" cy="40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4464876-83B8-704F-3159-57F98F1C2F06}"/>
              </a:ext>
            </a:extLst>
          </p:cNvPr>
          <p:cNvGrpSpPr/>
          <p:nvPr/>
        </p:nvGrpSpPr>
        <p:grpSpPr>
          <a:xfrm>
            <a:off x="20282998" y="12303795"/>
            <a:ext cx="273240" cy="201240"/>
            <a:chOff x="20282998" y="12303795"/>
            <a:chExt cx="27324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621054-85FB-1B9B-6789-28CB8018141C}"/>
                    </a:ext>
                  </a:extLst>
                </p14:cNvPr>
                <p14:cNvContentPartPr/>
                <p14:nvPr/>
              </p14:nvContentPartPr>
              <p14:xfrm>
                <a:off x="20282998" y="12303795"/>
                <a:ext cx="199080" cy="20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621054-85FB-1B9B-6789-28CB801814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273998" y="12294795"/>
                  <a:ext cx="216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D81612-7E13-8A18-F80C-EB7BCBE7A5EE}"/>
                    </a:ext>
                  </a:extLst>
                </p14:cNvPr>
                <p14:cNvContentPartPr/>
                <p14:nvPr/>
              </p14:nvContentPartPr>
              <p14:xfrm>
                <a:off x="20305318" y="12314595"/>
                <a:ext cx="250920" cy="135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D81612-7E13-8A18-F80C-EB7BCBE7A5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296678" y="12305595"/>
                  <a:ext cx="2685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94CAE8-67F9-7428-0ED6-14681E511215}"/>
              </a:ext>
            </a:extLst>
          </p:cNvPr>
          <p:cNvGrpSpPr/>
          <p:nvPr/>
        </p:nvGrpSpPr>
        <p:grpSpPr>
          <a:xfrm>
            <a:off x="20973118" y="12112635"/>
            <a:ext cx="412560" cy="338400"/>
            <a:chOff x="20973118" y="12112635"/>
            <a:chExt cx="41256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B88C26-568A-3638-B526-F604FC2877F9}"/>
                    </a:ext>
                  </a:extLst>
                </p14:cNvPr>
                <p14:cNvContentPartPr/>
                <p14:nvPr/>
              </p14:nvContentPartPr>
              <p14:xfrm>
                <a:off x="21042958" y="12112635"/>
                <a:ext cx="95040" cy="254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B88C26-568A-3638-B526-F604FC2877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033958" y="12103995"/>
                  <a:ext cx="112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9C8CFE-3AD8-7A1E-81ED-5ACF32429591}"/>
                    </a:ext>
                  </a:extLst>
                </p14:cNvPr>
                <p14:cNvContentPartPr/>
                <p14:nvPr/>
              </p14:nvContentPartPr>
              <p14:xfrm>
                <a:off x="21090478" y="12195795"/>
                <a:ext cx="109800" cy="1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9C8CFE-3AD8-7A1E-81ED-5ACF324295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081478" y="12187155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F22824-C0AB-D949-246E-20DB073DA642}"/>
                    </a:ext>
                  </a:extLst>
                </p14:cNvPr>
                <p14:cNvContentPartPr/>
                <p14:nvPr/>
              </p14:nvContentPartPr>
              <p14:xfrm>
                <a:off x="20973118" y="12112635"/>
                <a:ext cx="34560" cy="213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F22824-C0AB-D949-246E-20DB073DA6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964478" y="12103995"/>
                  <a:ext cx="5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971953-B735-A975-0FF6-55AD86837B14}"/>
                    </a:ext>
                  </a:extLst>
                </p14:cNvPr>
                <p14:cNvContentPartPr/>
                <p14:nvPr/>
              </p14:nvContentPartPr>
              <p14:xfrm>
                <a:off x="21197038" y="12112635"/>
                <a:ext cx="188640" cy="338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971953-B735-A975-0FF6-55AD86837B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88038" y="12103995"/>
                  <a:ext cx="206280" cy="356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NNs: pros and c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RNNs: pros and cons</a:t>
            </a:r>
          </a:p>
        </p:txBody>
      </p:sp>
      <p:sp>
        <p:nvSpPr>
          <p:cNvPr id="520" name="Advantages:…"/>
          <p:cNvSpPr txBox="1">
            <a:spLocks noGrp="1"/>
          </p:cNvSpPr>
          <p:nvPr>
            <p:ph type="body" idx="1"/>
          </p:nvPr>
        </p:nvSpPr>
        <p:spPr>
          <a:xfrm>
            <a:off x="2254190" y="3724322"/>
            <a:ext cx="18759236" cy="8183655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Advantages</a:t>
            </a:r>
            <a:r>
              <a:rPr dirty="0"/>
              <a:t>:</a:t>
            </a:r>
          </a:p>
          <a:p>
            <a:pPr lvl="1"/>
            <a:r>
              <a:rPr dirty="0"/>
              <a:t>Can process any length input</a:t>
            </a:r>
          </a:p>
          <a:p>
            <a:pPr lvl="1"/>
            <a:r>
              <a:rPr dirty="0"/>
              <a:t>Computation for step t can (in theory) use information from many steps back</a:t>
            </a:r>
          </a:p>
          <a:p>
            <a:pPr lvl="1"/>
            <a:r>
              <a:rPr dirty="0"/>
              <a:t>Model size doesn’t increase for longer input context</a:t>
            </a:r>
          </a:p>
          <a:p>
            <a:pPr lvl="1"/>
            <a:r>
              <a:rPr dirty="0"/>
              <a:t>Same weights applied on every timestep (symmetry in how inputs are processed)</a:t>
            </a:r>
          </a:p>
          <a:p>
            <a:endParaRPr dirty="0"/>
          </a:p>
          <a:p>
            <a:r>
              <a:rPr dirty="0">
                <a:solidFill>
                  <a:schemeClr val="accent5">
                    <a:lumOff val="-29866"/>
                  </a:schemeClr>
                </a:solidFill>
              </a:rPr>
              <a:t>Disadvantages</a:t>
            </a:r>
            <a:r>
              <a:rPr dirty="0"/>
              <a:t>:</a:t>
            </a:r>
          </a:p>
          <a:p>
            <a:pPr lvl="1"/>
            <a:r>
              <a:rPr dirty="0"/>
              <a:t>Recurrent computation is slow (can’t parallelize)</a:t>
            </a:r>
          </a:p>
          <a:p>
            <a:pPr lvl="1"/>
            <a:r>
              <a:rPr dirty="0"/>
              <a:t>In practice, difficult to access information from many steps back</a:t>
            </a:r>
          </a:p>
        </p:txBody>
      </p:sp>
      <p:sp>
        <p:nvSpPr>
          <p:cNvPr id="521" name="Can parallelize with transformers!"/>
          <p:cNvSpPr txBox="1"/>
          <p:nvPr/>
        </p:nvSpPr>
        <p:spPr>
          <a:xfrm>
            <a:off x="14899947" y="9542564"/>
            <a:ext cx="84638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Can parallelize with transformers!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42F11F-CB97-0451-0954-6DBCA202B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169" y="2316370"/>
            <a:ext cx="8420670" cy="3731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E0C83B-7404-AD2A-F10E-70708865BD46}"/>
              </a:ext>
            </a:extLst>
          </p:cNvPr>
          <p:cNvSpPr txBox="1"/>
          <p:nvPr/>
        </p:nvSpPr>
        <p:spPr>
          <a:xfrm>
            <a:off x="16973320" y="1512664"/>
            <a:ext cx="287418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P14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9A1E4D-3250-2AC1-E6DB-7ABE94DFEAE7}"/>
              </a:ext>
            </a:extLst>
          </p:cNvPr>
          <p:cNvGrpSpPr/>
          <p:nvPr/>
        </p:nvGrpSpPr>
        <p:grpSpPr>
          <a:xfrm>
            <a:off x="12824518" y="4037475"/>
            <a:ext cx="2863440" cy="3610440"/>
            <a:chOff x="12824518" y="4037475"/>
            <a:chExt cx="2863440" cy="361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31CC4C-7E98-DE0B-0907-4CF54A18EE0B}"/>
                    </a:ext>
                  </a:extLst>
                </p14:cNvPr>
                <p14:cNvContentPartPr/>
                <p14:nvPr/>
              </p14:nvContentPartPr>
              <p14:xfrm>
                <a:off x="12824518" y="4266795"/>
                <a:ext cx="2759040" cy="338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31CC4C-7E98-DE0B-0907-4CF54A18EE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815878" y="4257795"/>
                  <a:ext cx="2776680" cy="33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757919-307C-A3D3-65EF-8FD49919600C}"/>
                    </a:ext>
                  </a:extLst>
                </p14:cNvPr>
                <p14:cNvContentPartPr/>
                <p14:nvPr/>
              </p14:nvContentPartPr>
              <p14:xfrm>
                <a:off x="15378358" y="4037475"/>
                <a:ext cx="309600" cy="541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757919-307C-A3D3-65EF-8FD4991960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369718" y="4028475"/>
                  <a:ext cx="327240" cy="559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" grpId="0" build="p" animBg="1" advAuto="0"/>
      <p:bldP spid="521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rogress on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Progress on language models</a:t>
            </a:r>
          </a:p>
        </p:txBody>
      </p:sp>
      <p:pic>
        <p:nvPicPr>
          <p:cNvPr id="524" name="Screen Shot 2019-10-09 at 12.01.44 AM.png" descr="Screen Shot 2019-10-09 at 12.01.4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03" y="5188167"/>
            <a:ext cx="8425871" cy="5653072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On the Penn Treebank (PTB) dataset"/>
          <p:cNvSpPr txBox="1">
            <a:spLocks noGrp="1"/>
          </p:cNvSpPr>
          <p:nvPr>
            <p:ph type="body" sz="quarter" idx="1"/>
          </p:nvPr>
        </p:nvSpPr>
        <p:spPr>
          <a:xfrm>
            <a:off x="4361333" y="3165926"/>
            <a:ext cx="7000876" cy="6272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defTabSz="714732">
              <a:spcBef>
                <a:spcPts val="1200"/>
              </a:spcBef>
              <a:buSzTx/>
              <a:buNone/>
              <a:defRPr sz="3306"/>
            </a:lvl1pPr>
          </a:lstStyle>
          <a:p>
            <a:r>
              <a:t>On the Penn Treebank (PTB) dataset </a:t>
            </a:r>
          </a:p>
        </p:txBody>
      </p:sp>
      <p:sp>
        <p:nvSpPr>
          <p:cNvPr id="526" name="Metric: perplexity"/>
          <p:cNvSpPr txBox="1"/>
          <p:nvPr/>
        </p:nvSpPr>
        <p:spPr>
          <a:xfrm>
            <a:off x="4381152" y="3835279"/>
            <a:ext cx="3640946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739378">
              <a:spcBef>
                <a:spcPts val="1200"/>
              </a:spcBef>
              <a:defRPr sz="3420">
                <a:latin typeface="Georgia"/>
                <a:ea typeface="Georgia"/>
                <a:cs typeface="Georgia"/>
                <a:sym typeface="Georgia"/>
              </a:defRPr>
            </a:pPr>
            <a:r>
              <a:t>Metric: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perplexity</a:t>
            </a:r>
          </a:p>
        </p:txBody>
      </p:sp>
      <p:sp>
        <p:nvSpPr>
          <p:cNvPr id="527" name="(Mikolov and Zweig, 2012): Context dependent recurrent neural network language model"/>
          <p:cNvSpPr txBox="1"/>
          <p:nvPr/>
        </p:nvSpPr>
        <p:spPr>
          <a:xfrm>
            <a:off x="5257939" y="12917473"/>
            <a:ext cx="13868123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591502">
              <a:spcBef>
                <a:spcPts val="1000"/>
              </a:spcBef>
              <a:defRPr sz="2736">
                <a:latin typeface="Georgia"/>
                <a:ea typeface="Georgia"/>
                <a:cs typeface="Georgia"/>
                <a:sym typeface="Georgia"/>
              </a:defRPr>
            </a:pPr>
            <a:r>
              <a:t>(Mikolov and </a:t>
            </a:r>
            <a:r>
              <a:rPr>
                <a:hlinkClick r:id="rId3"/>
              </a:rPr>
              <a:t>Zweig</a:t>
            </a:r>
            <a:r>
              <a:t>, 2012): Context dependent recurrent neural network language model</a:t>
            </a:r>
          </a:p>
        </p:txBody>
      </p:sp>
      <p:sp>
        <p:nvSpPr>
          <p:cNvPr id="528" name="KN5: Kneser-Ney 5-gram"/>
          <p:cNvSpPr txBox="1"/>
          <p:nvPr/>
        </p:nvSpPr>
        <p:spPr>
          <a:xfrm>
            <a:off x="2340446" y="4257541"/>
            <a:ext cx="4081411" cy="860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05100">
              <a:spcBef>
                <a:spcPts val="1300"/>
              </a:spcBef>
              <a:defRPr sz="2744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dirty="0"/>
              <a:t>KN5: </a:t>
            </a:r>
            <a:r>
              <a:rPr dirty="0" err="1"/>
              <a:t>Kneser</a:t>
            </a:r>
            <a:r>
              <a:rPr dirty="0"/>
              <a:t>-Ney 5-gram</a:t>
            </a:r>
          </a:p>
        </p:txBody>
      </p:sp>
      <p:sp>
        <p:nvSpPr>
          <p:cNvPr id="529" name="Rectangle"/>
          <p:cNvSpPr/>
          <p:nvPr/>
        </p:nvSpPr>
        <p:spPr>
          <a:xfrm>
            <a:off x="1425938" y="9985411"/>
            <a:ext cx="8029102" cy="65479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3004F-A199-11E3-45E5-9572C7A11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99" y="4232439"/>
            <a:ext cx="14053675" cy="41305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CB1429-E997-7F15-EE19-BBF22A262043}"/>
              </a:ext>
            </a:extLst>
          </p:cNvPr>
          <p:cNvSpPr txBox="1"/>
          <p:nvPr/>
        </p:nvSpPr>
        <p:spPr>
          <a:xfrm>
            <a:off x="14320186" y="2978876"/>
            <a:ext cx="4130938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L1b P42: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A743F-C2DC-E181-F7F2-913C93782457}"/>
              </a:ext>
            </a:extLst>
          </p:cNvPr>
          <p:cNvSpPr/>
          <p:nvPr/>
        </p:nvSpPr>
        <p:spPr>
          <a:xfrm>
            <a:off x="17706109" y="4061361"/>
            <a:ext cx="1567543" cy="308758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rogress on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Progress on language models</a:t>
            </a:r>
          </a:p>
        </p:txBody>
      </p:sp>
      <p:pic>
        <p:nvPicPr>
          <p:cNvPr id="533" name="Screen Shot 2019-10-09 at 12.05.39 AM.png" descr="Screen Shot 2019-10-09 at 12.05.3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605" y="4353958"/>
            <a:ext cx="13978790" cy="7998888"/>
          </a:xfrm>
          <a:prstGeom prst="rect">
            <a:avLst/>
          </a:prstGeom>
          <a:ln w="12700">
            <a:miter lim="400000"/>
          </a:ln>
        </p:spPr>
      </p:pic>
      <p:sp>
        <p:nvSpPr>
          <p:cNvPr id="534" name="(Yang et al, 2018): Breaking the Softmax Bottleneck: A High-Rank RNN Language Model"/>
          <p:cNvSpPr txBox="1"/>
          <p:nvPr/>
        </p:nvSpPr>
        <p:spPr>
          <a:xfrm>
            <a:off x="5965209" y="12913640"/>
            <a:ext cx="12810037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(Yang et al, 2018): Breaking the Softmax Bottleneck: A High-Rank RNN Language Model</a:t>
            </a:r>
          </a:p>
        </p:txBody>
      </p:sp>
      <p:sp>
        <p:nvSpPr>
          <p:cNvPr id="535" name="On the Penn Treebank (PTB) dataset"/>
          <p:cNvSpPr txBox="1">
            <a:spLocks noGrp="1"/>
          </p:cNvSpPr>
          <p:nvPr>
            <p:ph type="body" sz="quarter" idx="1"/>
          </p:nvPr>
        </p:nvSpPr>
        <p:spPr>
          <a:xfrm>
            <a:off x="4361333" y="3165926"/>
            <a:ext cx="7000876" cy="6272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defTabSz="714732">
              <a:spcBef>
                <a:spcPts val="1200"/>
              </a:spcBef>
              <a:buSzTx/>
              <a:buNone/>
              <a:defRPr sz="3306"/>
            </a:lvl1pPr>
          </a:lstStyle>
          <a:p>
            <a:r>
              <a:t>On the Penn Treebank (PTB) dataset </a:t>
            </a:r>
          </a:p>
        </p:txBody>
      </p:sp>
      <p:sp>
        <p:nvSpPr>
          <p:cNvPr id="536" name="Metric: perplexity"/>
          <p:cNvSpPr txBox="1"/>
          <p:nvPr/>
        </p:nvSpPr>
        <p:spPr>
          <a:xfrm>
            <a:off x="4381152" y="3835279"/>
            <a:ext cx="3640946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739378">
              <a:spcBef>
                <a:spcPts val="1200"/>
              </a:spcBef>
              <a:defRPr sz="3420">
                <a:latin typeface="Georgia"/>
                <a:ea typeface="Georgia"/>
                <a:cs typeface="Georgia"/>
                <a:sym typeface="Georgia"/>
              </a:defRPr>
            </a:pPr>
            <a:r>
              <a:t>Metric: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perplexity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urrent Neural Language Models (RNNLM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t>Recurrent Neural Language Models (RNNLMs)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9" name="Double-click to edit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2993778"/>
                <a:ext cx="15609094" cy="1232624"/>
              </a:xfrm>
              <a:prstGeom prst="rect">
                <a:avLst/>
              </a:prstGeom>
            </p:spPr>
            <p:txBody>
              <a:bodyPr/>
              <a:lstStyle>
                <a:lvl1pPr marL="0" indent="0">
                  <a:buSzTx/>
                  <a:buNone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)×…×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900"/>
              </a:p>
            </p:txBody>
          </p:sp>
        </mc:Choice>
        <mc:Fallback>
          <p:sp>
            <p:nvSpPr>
              <p:cNvPr id="539" name="Double-click to edi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2993778"/>
                <a:ext cx="15609094" cy="12326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Rectangle"/>
              <p:cNvSpPr txBox="1"/>
              <p:nvPr/>
            </p:nvSpPr>
            <p:spPr>
              <a:xfrm>
                <a:off x="7691296" y="4385005"/>
                <a:ext cx="9612066" cy="89584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85000" lnSpcReduction="100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)×…×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900"/>
              </a:p>
            </p:txBody>
          </p:sp>
        </mc:Choice>
        <mc:Fallback>
          <p:sp>
            <p:nvSpPr>
              <p:cNvPr id="540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296" y="4385005"/>
                <a:ext cx="9612066" cy="895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6" name="Group"/>
          <p:cNvGrpSpPr/>
          <p:nvPr/>
        </p:nvGrpSpPr>
        <p:grpSpPr>
          <a:xfrm>
            <a:off x="4185375" y="5846149"/>
            <a:ext cx="9204022" cy="4622279"/>
            <a:chOff x="0" y="0"/>
            <a:chExt cx="9204020" cy="46222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1" name="Denote  ,"/>
                <p:cNvSpPr txBox="1"/>
                <p:nvPr/>
              </p:nvSpPr>
              <p:spPr>
                <a:xfrm>
                  <a:off x="0" y="0"/>
                  <a:ext cx="9204021" cy="10980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/>
                <a:p>
                  <a:pPr marL="592666" indent="-592666" algn="l">
                    <a:spcBef>
                      <a:spcPts val="1400"/>
                    </a:spcBef>
                    <a:buSzPct val="145000"/>
                    <a:buChar char="•"/>
                    <a:defRPr sz="32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Denote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3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sz="3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3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|×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endParaRPr sz="3400"/>
                </a:p>
              </p:txBody>
            </p:sp>
          </mc:Choice>
          <mc:Fallback>
            <p:sp>
              <p:nvSpPr>
                <p:cNvPr id="541" name="Denote  ,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9204021" cy="1098035"/>
                </a:xfrm>
                <a:prstGeom prst="rect">
                  <a:avLst/>
                </a:prstGeom>
                <a:blipFill>
                  <a:blip r:embed="rId4"/>
                  <a:stretch>
                    <a:fillRect l="-2717" b="-1333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2" name="Cross-entropy loss:"/>
            <p:cNvSpPr txBox="1"/>
            <p:nvPr/>
          </p:nvSpPr>
          <p:spPr>
            <a:xfrm>
              <a:off x="106423" y="1217848"/>
              <a:ext cx="4443275" cy="109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592666" indent="-592666" algn="l">
                <a:spcBef>
                  <a:spcPts val="1400"/>
                </a:spcBef>
                <a:buSzPct val="145000"/>
                <a:buChar char="•"/>
                <a:defRPr sz="32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Cross-entropy loss:</a:t>
              </a:r>
            </a:p>
          </p:txBody>
        </p:sp>
        <p:grpSp>
          <p:nvGrpSpPr>
            <p:cNvPr id="545" name="Group"/>
            <p:cNvGrpSpPr/>
            <p:nvPr/>
          </p:nvGrpSpPr>
          <p:grpSpPr>
            <a:xfrm>
              <a:off x="1046709" y="2717782"/>
              <a:ext cx="5707893" cy="1904496"/>
              <a:chOff x="0" y="0"/>
              <a:chExt cx="5707892" cy="190449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3" name="Rectangle"/>
                  <p:cNvSpPr txBox="1"/>
                  <p:nvPr/>
                </p:nvSpPr>
                <p:spPr>
                  <a:xfrm>
                    <a:off x="46338" y="145020"/>
                    <a:ext cx="5615217" cy="161445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rmAutofit fontScale="92500"/>
                  </a:bodyPr>
                  <a:lstStyle>
                    <a:lvl1pPr algn="l">
                      <a:spcBef>
                        <a:spcPts val="1400"/>
                      </a:spcBef>
                      <a:defRPr sz="3800">
                        <a:latin typeface="Georgia"/>
                        <a:ea typeface="Georgia"/>
                        <a:cs typeface="Georgia"/>
                        <a:sym typeface="Georgia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)=−</m:t>
                          </m:r>
                          <m:f>
                            <m:f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limUpp>
                            <m:limUpp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limLow>
                                <m:limLowPr>
                                  <m:ctrlP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</m:e>
                                <m:lim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lim>
                              </m:limLow>
                            </m:e>
                            <m:lim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Upp>
                          <m:r>
                            <m:rPr>
                              <m:sty m:val="p"/>
                            </m:r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sSub>
                            <m:sSub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lim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̂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sz="3900"/>
                  </a:p>
                </p:txBody>
              </p:sp>
            </mc:Choice>
            <mc:Fallback>
              <p:sp>
                <p:nvSpPr>
                  <p:cNvPr id="543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8" y="145020"/>
                    <a:ext cx="5615217" cy="161445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4" name="Rectangle"/>
              <p:cNvSpPr/>
              <p:nvPr/>
            </p:nvSpPr>
            <p:spPr>
              <a:xfrm>
                <a:off x="0" y="0"/>
                <a:ext cx="5707893" cy="1904496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54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5526" y="7248740"/>
            <a:ext cx="8900131" cy="561517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Rectangle"/>
              <p:cNvSpPr txBox="1"/>
              <p:nvPr/>
            </p:nvSpPr>
            <p:spPr>
              <a:xfrm>
                <a:off x="5929139" y="10749232"/>
                <a:ext cx="4313784" cy="10980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>
                <a:lvl1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548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139" y="10749232"/>
                <a:ext cx="4313784" cy="10980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0" animBg="1" advAuto="0"/>
      <p:bldP spid="546" grpId="0" animBg="1" advAuto="0"/>
      <p:bldP spid="547" grpId="0" animBg="1" advAuto="0"/>
      <p:bldP spid="548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raining the RNN"/>
          <p:cNvSpPr txBox="1">
            <a:spLocks noGrp="1"/>
          </p:cNvSpPr>
          <p:nvPr>
            <p:ph type="title"/>
          </p:nvPr>
        </p:nvSpPr>
        <p:spPr>
          <a:xfrm>
            <a:off x="4208597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Training the RNN</a:t>
            </a:r>
          </a:p>
        </p:txBody>
      </p:sp>
      <p:sp>
        <p:nvSpPr>
          <p:cNvPr id="5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raining an RNN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an RNN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4" name="Get a big corpus of text (sequence of words  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604356" y="3238262"/>
                <a:ext cx="17662684" cy="815432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r>
                  <a:t>Get a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big corpus of text</a:t>
                </a:r>
                <a:r>
                  <a:t> (sequence of words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)</a:t>
                </a:r>
              </a:p>
              <a:p>
                <a:endParaRPr/>
              </a:p>
              <a:p>
                <a:r>
                  <a:t>Feed into RNN-LM and compute output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for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every step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 </a:t>
                </a:r>
                <a:r>
                  <a:t>(i.e predict for every word, given words so far)</a:t>
                </a:r>
              </a:p>
              <a:p>
                <a:endParaRPr/>
              </a:p>
              <a:p>
                <a:r>
                  <a:t>Loss function on step </a:t>
                </a:r>
                <a:r>
                  <a:rPr i="1"/>
                  <a:t>t</a:t>
                </a:r>
                <a:r>
                  <a:t> is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cross-entropy</a:t>
                </a:r>
                <a:r>
                  <a:t> between predicted probability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, and the true next word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(one-hot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)</a:t>
                </a:r>
              </a:p>
              <a:p>
                <a:pPr marL="0" indent="0">
                  <a:buSzTx/>
                  <a:buNone/>
                </a:pPr>
                <a:r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𝐶𝐸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limLow>
                      <m:limLow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lim>
                    </m:limLow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sty m:val="p"/>
                      </m:rP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/>
              </a:p>
              <a:p>
                <a:endParaRPr/>
              </a:p>
              <a:p>
                <a:r>
                  <a:t>Average to get overall loss for the entire training set</a:t>
                </a:r>
              </a:p>
            </p:txBody>
          </p:sp>
        </mc:Choice>
        <mc:Fallback>
          <p:sp>
            <p:nvSpPr>
              <p:cNvPr id="554" name="Get a big corpus of text (sequence of words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4356" y="3238262"/>
                <a:ext cx="17662684" cy="8154320"/>
              </a:xfrm>
              <a:prstGeom prst="rect">
                <a:avLst/>
              </a:prstGeom>
              <a:blipFill>
                <a:blip r:embed="rId2"/>
                <a:stretch>
                  <a:fillRect l="-1863" t="-972" b="-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5" name="Equation"/>
              <p:cNvSpPr txBox="1"/>
              <p:nvPr/>
            </p:nvSpPr>
            <p:spPr>
              <a:xfrm>
                <a:off x="6772093" y="11291125"/>
                <a:ext cx="7239959" cy="136717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limUpp>
                        <m:limUp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limUpp>
                        <m:limUp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r>
                        <m:rPr>
                          <m:sty m:val="p"/>
                        </m:rP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Sup>
                        <m:sSub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limUpp>
                            <m:limUpp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sSub>
                            <m:sSub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3800"/>
              </a:p>
            </p:txBody>
          </p:sp>
        </mc:Choice>
        <mc:Fallback>
          <p:sp>
            <p:nvSpPr>
              <p:cNvPr id="55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093" y="11291125"/>
                <a:ext cx="7239959" cy="1367178"/>
              </a:xfrm>
              <a:prstGeom prst="rect">
                <a:avLst/>
              </a:prstGeom>
              <a:blipFill>
                <a:blip r:embed="rId3"/>
                <a:stretch>
                  <a:fillRect l="-673" r="-37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 build="p" animBg="1" advAuto="0"/>
      <p:bldP spid="555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59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60" name="Rectangle"/>
          <p:cNvSpPr/>
          <p:nvPr/>
        </p:nvSpPr>
        <p:spPr>
          <a:xfrm>
            <a:off x="7560508" y="2884201"/>
            <a:ext cx="1544473" cy="628135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61" name="=negative log prob…"/>
          <p:cNvSpPr txBox="1"/>
          <p:nvPr/>
        </p:nvSpPr>
        <p:spPr>
          <a:xfrm>
            <a:off x="6275967" y="1560642"/>
            <a:ext cx="4113556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“students” </a:t>
            </a:r>
            <a:r>
              <a:t>  </a:t>
            </a:r>
          </a:p>
        </p:txBody>
      </p:sp>
      <p:sp>
        <p:nvSpPr>
          <p:cNvPr id="562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67" name="Rectangle"/>
          <p:cNvSpPr/>
          <p:nvPr/>
        </p:nvSpPr>
        <p:spPr>
          <a:xfrm>
            <a:off x="9720774" y="2954774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68" name="=negative log prob…"/>
          <p:cNvSpPr txBox="1"/>
          <p:nvPr/>
        </p:nvSpPr>
        <p:spPr>
          <a:xfrm>
            <a:off x="8436232" y="1560642"/>
            <a:ext cx="4113557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“opened” </a:t>
            </a:r>
            <a:r>
              <a:t>  </a:t>
            </a:r>
          </a:p>
        </p:txBody>
      </p:sp>
      <p:sp>
        <p:nvSpPr>
          <p:cNvPr id="569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74" name="Rectangle"/>
          <p:cNvSpPr/>
          <p:nvPr/>
        </p:nvSpPr>
        <p:spPr>
          <a:xfrm>
            <a:off x="11730427" y="2938207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75" name="=negative log prob…"/>
          <p:cNvSpPr txBox="1"/>
          <p:nvPr/>
        </p:nvSpPr>
        <p:spPr>
          <a:xfrm>
            <a:off x="10445885" y="1527508"/>
            <a:ext cx="4113556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“their” </a:t>
            </a:r>
            <a:r>
              <a:t>  </a:t>
            </a:r>
          </a:p>
        </p:txBody>
      </p:sp>
      <p:sp>
        <p:nvSpPr>
          <p:cNvPr id="576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7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81" name="Rectangle"/>
          <p:cNvSpPr/>
          <p:nvPr/>
        </p:nvSpPr>
        <p:spPr>
          <a:xfrm>
            <a:off x="13906289" y="2911204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2" name="=negative log prob…"/>
          <p:cNvSpPr txBox="1"/>
          <p:nvPr/>
        </p:nvSpPr>
        <p:spPr>
          <a:xfrm>
            <a:off x="12621747" y="1587646"/>
            <a:ext cx="4113557" cy="1333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“exams” </a:t>
            </a:r>
            <a:r>
              <a:t>  </a:t>
            </a:r>
          </a:p>
        </p:txBody>
      </p:sp>
      <p:sp>
        <p:nvSpPr>
          <p:cNvPr id="583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8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88" name="Rectangle"/>
          <p:cNvSpPr/>
          <p:nvPr/>
        </p:nvSpPr>
        <p:spPr>
          <a:xfrm>
            <a:off x="17524734" y="2442270"/>
            <a:ext cx="3754004" cy="1637495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9" name="Final Loss"/>
          <p:cNvSpPr txBox="1"/>
          <p:nvPr/>
        </p:nvSpPr>
        <p:spPr>
          <a:xfrm>
            <a:off x="18290904" y="4403190"/>
            <a:ext cx="2221662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/>
            </a:lvl1pPr>
          </a:lstStyle>
          <a:p>
            <a:r>
              <a:t>Final Loss</a:t>
            </a:r>
          </a:p>
        </p:txBody>
      </p:sp>
      <p:sp>
        <p:nvSpPr>
          <p:cNvPr id="590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raining an RNN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an RNN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Note that computing loss and gradients for the whole corpus at once is too expensive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3643312"/>
                <a:ext cx="16981659" cy="776796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Note that computing loss and gradients for the whole corpus at once is too expensive</a:t>
                </a:r>
              </a:p>
              <a:p>
                <a:r>
                  <a:t>In practice, consider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 for a sentence (or a document)</a:t>
                </a:r>
              </a:p>
              <a:p>
                <a:r>
                  <a:t>Use batching to parallelize computation over sentences</a:t>
                </a:r>
              </a:p>
              <a:p>
                <a:r>
                  <a:t>Use SGD to estimate parameters</a:t>
                </a:r>
              </a:p>
              <a:p>
                <a:r>
                  <a:t>Use computation graph with backprop</a:t>
                </a:r>
              </a:p>
            </p:txBody>
          </p:sp>
        </mc:Choice>
        <mc:Fallback>
          <p:sp>
            <p:nvSpPr>
              <p:cNvPr id="593" name="Note that computing loss and gradients for the whole corpus at once is too expensiv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3643312"/>
                <a:ext cx="16981659" cy="7767961"/>
              </a:xfrm>
              <a:prstGeom prst="rect">
                <a:avLst/>
              </a:prstGeom>
              <a:blipFill>
                <a:blip r:embed="rId2"/>
                <a:stretch>
                  <a:fillRect l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2C07-A735-D7BA-0543-F992C923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309B9-902C-B87A-D6C9-162A519E36A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What is the running time of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the running time of </a:t>
            </a:r>
          </a:p>
          <a:p>
            <a:r>
              <a:t>a forward pass?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Double-click to edit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873125" indent="-873125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+|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|))</m:t>
                    </m:r>
                  </m:oMath>
                </a14:m>
                <a:endParaRPr/>
              </a:p>
              <a:p>
                <a:pPr marL="873125" indent="-873125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+|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|))</m:t>
                    </m:r>
                  </m:oMath>
                </a14:m>
                <a:endParaRPr/>
              </a:p>
              <a:p>
                <a:pPr marL="873125" indent="-873125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+|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|))</m:t>
                    </m:r>
                  </m:oMath>
                </a14:m>
                <a:endParaRPr/>
              </a:p>
              <a:p>
                <a:pPr marL="873125" indent="-873125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599" name="Double-click to edi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" name="Text"/>
              <p:cNvSpPr txBox="1"/>
              <p:nvPr/>
            </p:nvSpPr>
            <p:spPr>
              <a:xfrm>
                <a:off x="15503714" y="6452416"/>
                <a:ext cx="7705815" cy="32221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sz="5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number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of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tokens</m:t>
                            </m:r>
                          </m:e>
                        </m:mr>
                        <m:mr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hidden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dimension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size</m:t>
                            </m:r>
                          </m:e>
                        </m:mr>
                        <m:mr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embedding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size</m:t>
                            </m:r>
                          </m:e>
                        </m:mr>
                        <m:mr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e>
                            <m: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Vocabulary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size</m:t>
                            </m:r>
                          </m:e>
                        </m:mr>
                      </m:m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714" y="6452416"/>
                <a:ext cx="7705815" cy="3222184"/>
              </a:xfrm>
              <a:prstGeom prst="rect">
                <a:avLst/>
              </a:prstGeom>
              <a:blipFill>
                <a:blip r:embed="rId4"/>
                <a:stretch>
                  <a:fillRect l="-6487" r="-569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Image" descr="Image"/>
          <p:cNvPicPr>
            <a:picLocks noChangeAspect="1"/>
          </p:cNvPicPr>
          <p:nvPr/>
        </p:nvPicPr>
        <p:blipFill>
          <a:blip r:embed="rId2"/>
          <a:srcRect l="53440" t="35812" r="2170" b="25153"/>
          <a:stretch>
            <a:fillRect/>
          </a:stretch>
        </p:blipFill>
        <p:spPr>
          <a:xfrm>
            <a:off x="11783493" y="4650748"/>
            <a:ext cx="12628574" cy="58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606" name="Training RNLL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RNLLMs</a:t>
            </a:r>
          </a:p>
        </p:txBody>
      </p:sp>
      <p:sp>
        <p:nvSpPr>
          <p:cNvPr id="607" name="Backpropagation through time (BPTT)"/>
          <p:cNvSpPr txBox="1">
            <a:spLocks noGrp="1"/>
          </p:cNvSpPr>
          <p:nvPr>
            <p:ph type="body" sz="quarter" idx="1"/>
          </p:nvPr>
        </p:nvSpPr>
        <p:spPr>
          <a:xfrm>
            <a:off x="4387453" y="2963280"/>
            <a:ext cx="15609094" cy="1466408"/>
          </a:xfrm>
          <a:prstGeom prst="rect">
            <a:avLst/>
          </a:prstGeom>
        </p:spPr>
        <p:txBody>
          <a:bodyPr/>
          <a:lstStyle/>
          <a:p>
            <a:r>
              <a:t>Backpropagation through time (BPTT)</a:t>
            </a:r>
          </a:p>
        </p:txBody>
      </p:sp>
      <p:pic>
        <p:nvPicPr>
          <p:cNvPr id="608" name="Image" descr="Image"/>
          <p:cNvPicPr>
            <a:picLocks noChangeAspect="1"/>
          </p:cNvPicPr>
          <p:nvPr/>
        </p:nvPicPr>
        <p:blipFill>
          <a:blip r:embed="rId2"/>
          <a:srcRect l="1544" t="35812" r="50453" b="20235"/>
          <a:stretch>
            <a:fillRect/>
          </a:stretch>
        </p:blipFill>
        <p:spPr>
          <a:xfrm>
            <a:off x="234740" y="4374173"/>
            <a:ext cx="11554425" cy="55859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pic>
        <p:nvPicPr>
          <p:cNvPr id="61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9" y="6616700"/>
            <a:ext cx="4292601" cy="3784600"/>
          </a:xfrm>
          <a:prstGeom prst="rect">
            <a:avLst/>
          </a:prstGeom>
          <a:ln w="12700">
            <a:miter lim="400000"/>
          </a:ln>
        </p:spPr>
      </p:pic>
      <p:sp>
        <p:nvSpPr>
          <p:cNvPr id="612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6616700"/>
            <a:ext cx="7721600" cy="3784600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16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6286500"/>
            <a:ext cx="14554200" cy="4114800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0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2" y="4317658"/>
            <a:ext cx="14960601" cy="7061201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4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318000"/>
            <a:ext cx="16713200" cy="7061200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8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102207"/>
            <a:ext cx="16713200" cy="8940801"/>
          </a:xfrm>
          <a:prstGeom prst="rect">
            <a:avLst/>
          </a:prstGeom>
          <a:ln w="12700">
            <a:miter lim="400000"/>
          </a:ln>
        </p:spPr>
      </p:pic>
      <p:sp>
        <p:nvSpPr>
          <p:cNvPr id="631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4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038" y="3690188"/>
            <a:ext cx="10541001" cy="8458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Training RNNL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Training RNNLMs</a:t>
            </a:r>
          </a:p>
        </p:txBody>
      </p:sp>
      <p:sp>
        <p:nvSpPr>
          <p:cNvPr id="638" name="Backpropagation? Yes, but not that simple!"/>
          <p:cNvSpPr txBox="1">
            <a:spLocks noGrp="1"/>
          </p:cNvSpPr>
          <p:nvPr>
            <p:ph type="body" sz="quarter" idx="1"/>
          </p:nvPr>
        </p:nvSpPr>
        <p:spPr>
          <a:xfrm>
            <a:off x="4372810" y="3086912"/>
            <a:ext cx="10275931" cy="1151126"/>
          </a:xfrm>
          <a:prstGeom prst="rect">
            <a:avLst/>
          </a:prstGeom>
        </p:spPr>
        <p:txBody>
          <a:bodyPr/>
          <a:lstStyle/>
          <a:p>
            <a:r>
              <a:t>Backpropagation? Yes, but not that simple!</a:t>
            </a:r>
          </a:p>
        </p:txBody>
      </p:sp>
      <p:pic>
        <p:nvPicPr>
          <p:cNvPr id="639" name="Screen Shot 2019-10-09 at 6.06.06 PM.png" descr="Screen Shot 2019-10-09 at 6.06.0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57" y="4618084"/>
            <a:ext cx="12910007" cy="5686685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he algorithm is called Backpropagation Through Time (BPTT)."/>
          <p:cNvSpPr txBox="1"/>
          <p:nvPr/>
        </p:nvSpPr>
        <p:spPr>
          <a:xfrm>
            <a:off x="4551404" y="10926814"/>
            <a:ext cx="14491487" cy="11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algorithm is called Backpropagation Through Time (BPTT).</a:t>
            </a:r>
          </a:p>
        </p:txBody>
      </p:sp>
      <p:sp>
        <p:nvSpPr>
          <p:cNvPr id="641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" grpId="0" animBg="1" advAuto="0"/>
      <p:bldP spid="640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Backpropagation through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Backpropagation through time</a:t>
            </a:r>
          </a:p>
        </p:txBody>
      </p:sp>
      <p:pic>
        <p:nvPicPr>
          <p:cNvPr id="6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4876800"/>
            <a:ext cx="17043400" cy="7924800"/>
          </a:xfrm>
          <a:prstGeom prst="rect">
            <a:avLst/>
          </a:prstGeom>
          <a:ln w="12700">
            <a:miter lim="400000"/>
          </a:ln>
        </p:spPr>
      </p:pic>
      <p:sp>
        <p:nvSpPr>
          <p:cNvPr id="645" name="Forward through entire sequence to compute loss, then backward through entire sequence to compute gradient"/>
          <p:cNvSpPr txBox="1"/>
          <p:nvPr/>
        </p:nvSpPr>
        <p:spPr>
          <a:xfrm>
            <a:off x="5951921" y="3451767"/>
            <a:ext cx="10205175" cy="156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Forward through entire sequence to compute loss, then backward through entire sequence to compute gradient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runcated backpropagation through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Truncated backpropagation through time</a:t>
            </a:r>
          </a:p>
        </p:txBody>
      </p:sp>
      <p:sp>
        <p:nvSpPr>
          <p:cNvPr id="648" name="Backpropagation is very expensive if you handle long sequences"/>
          <p:cNvSpPr txBox="1">
            <a:spLocks noGrp="1"/>
          </p:cNvSpPr>
          <p:nvPr>
            <p:ph type="body" sz="quarter" idx="1"/>
          </p:nvPr>
        </p:nvSpPr>
        <p:spPr>
          <a:xfrm>
            <a:off x="4347619" y="3152032"/>
            <a:ext cx="14525446" cy="70135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Backpropagation is very expensive if you handle long sequences</a:t>
            </a:r>
          </a:p>
        </p:txBody>
      </p:sp>
      <p:pic>
        <p:nvPicPr>
          <p:cNvPr id="649" name="Screen Shot 2019-10-09 at 11.10.40 PM.png" descr="Screen Shot 2019-10-09 at 11.10.40 PM.png"/>
          <p:cNvPicPr>
            <a:picLocks noChangeAspect="1"/>
          </p:cNvPicPr>
          <p:nvPr/>
        </p:nvPicPr>
        <p:blipFill>
          <a:blip r:embed="rId2"/>
          <a:srcRect t="1831" r="3357"/>
          <a:stretch>
            <a:fillRect/>
          </a:stretch>
        </p:blipFill>
        <p:spPr>
          <a:xfrm>
            <a:off x="5750554" y="4440641"/>
            <a:ext cx="12962442" cy="5825693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Run forward and backward through chunks of the sequence instead of whole sequence"/>
          <p:cNvSpPr txBox="1"/>
          <p:nvPr/>
        </p:nvSpPr>
        <p:spPr>
          <a:xfrm>
            <a:off x="4374175" y="10606660"/>
            <a:ext cx="15297376" cy="701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476567" indent="-476567" algn="l" defTabSz="649009">
              <a:spcBef>
                <a:spcPts val="1100"/>
              </a:spcBef>
              <a:buSzPct val="145000"/>
              <a:buChar char="•"/>
              <a:defRPr sz="3002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Run forward and backward through chunks of the sequence instead of whole sequence</a:t>
            </a:r>
          </a:p>
        </p:txBody>
      </p:sp>
      <p:sp>
        <p:nvSpPr>
          <p:cNvPr id="651" name="Carry hidden states forward in time forever, but only backpropagate for some smaller number of steps"/>
          <p:cNvSpPr txBox="1"/>
          <p:nvPr/>
        </p:nvSpPr>
        <p:spPr>
          <a:xfrm>
            <a:off x="4400730" y="11489197"/>
            <a:ext cx="16136421" cy="1051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marL="506729" indent="-506729" algn="l" defTabSz="690086">
              <a:spcBef>
                <a:spcPts val="1100"/>
              </a:spcBef>
              <a:buSzPct val="145000"/>
              <a:buChar char="•"/>
              <a:defRPr sz="319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Carry hidden states forward in time forever, but only backpropagate for some smaller number of steps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" grpId="0" animBg="1" advAuto="0"/>
      <p:bldP spid="650" grpId="0" animBg="1" advAuto="0"/>
      <p:bldP spid="651" grpId="0" animBg="1" advAuto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Let’s consider the gradient wrt the weight matri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consider the gradient wrt the weight matrix</a:t>
            </a:r>
          </a:p>
        </p:txBody>
      </p:sp>
      <p:sp>
        <p:nvSpPr>
          <p:cNvPr id="654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87" y="3067318"/>
            <a:ext cx="20170648" cy="6264277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Rectangle"/>
              <p:cNvSpPr txBox="1"/>
              <p:nvPr/>
            </p:nvSpPr>
            <p:spPr>
              <a:xfrm>
                <a:off x="1320676" y="10268474"/>
                <a:ext cx="6043544" cy="2400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>
                <a:lvl1pPr algn="l">
                  <a:spcBef>
                    <a:spcPts val="1400"/>
                  </a:spcBef>
                  <a:defRPr sz="4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5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p>
                            <m:sSup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56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76" y="10268474"/>
                <a:ext cx="6043544" cy="24002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Equation"/>
              <p:cNvSpPr txBox="1"/>
              <p:nvPr/>
            </p:nvSpPr>
            <p:spPr>
              <a:xfrm>
                <a:off x="9174676" y="10619824"/>
                <a:ext cx="4915623" cy="16975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sz="4800"/>
              </a:p>
            </p:txBody>
          </p:sp>
        </mc:Choice>
        <mc:Fallback>
          <p:sp>
            <p:nvSpPr>
              <p:cNvPr id="6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76" y="10619824"/>
                <a:ext cx="4915623" cy="1697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8" name="Gradient wrt a repeated weight is the sum of the gradient wrt each time it appears"/>
          <p:cNvSpPr txBox="1"/>
          <p:nvPr/>
        </p:nvSpPr>
        <p:spPr>
          <a:xfrm>
            <a:off x="15226183" y="10361635"/>
            <a:ext cx="8971157" cy="221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lnSpc>
                <a:spcPct val="117999"/>
              </a:lnSpc>
              <a:defRPr sz="4100"/>
            </a:lvl1pPr>
          </a:lstStyle>
          <a:p>
            <a:r>
              <a:t>Gradient wrt a repeated weight is the sum of the gradient wrt each time it appears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" grpId="0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all: Gradient sum at bra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Recall: Gradient sum at branches</a:t>
            </a:r>
          </a:p>
        </p:txBody>
      </p:sp>
      <p:sp>
        <p:nvSpPr>
          <p:cNvPr id="661" name="Multivariate Chain Rule"/>
          <p:cNvSpPr txBox="1">
            <a:spLocks noGrp="1"/>
          </p:cNvSpPr>
          <p:nvPr>
            <p:ph type="body" sz="quarter" idx="1"/>
          </p:nvPr>
        </p:nvSpPr>
        <p:spPr>
          <a:xfrm>
            <a:off x="2794257" y="2907819"/>
            <a:ext cx="7629062" cy="192958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Multivariate Chain Rule</a:t>
            </a:r>
          </a:p>
        </p:txBody>
      </p:sp>
      <p:pic>
        <p:nvPicPr>
          <p:cNvPr id="6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13" y="5011875"/>
            <a:ext cx="11301289" cy="2689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79" y="4093461"/>
            <a:ext cx="10601271" cy="7496947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https://www.khanacademy.org/math/multivariable-calculus/multivariable-derivatives/differentiating-vector-valued-functions/a/multivariable-chain-rule-simple-version"/>
          <p:cNvSpPr txBox="1"/>
          <p:nvPr/>
        </p:nvSpPr>
        <p:spPr>
          <a:xfrm>
            <a:off x="680907" y="12844292"/>
            <a:ext cx="22536126" cy="50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r>
              <a:t>https://www.khanacademy.org/math/multivariable-calculus/multivariable-derivatives/differentiating-vector-valued-functions/a/multivariable-chain-rule-simple-version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call: Gradient sum at bra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Recall: Gradient sum at branches</a:t>
            </a:r>
          </a:p>
        </p:txBody>
      </p:sp>
      <p:sp>
        <p:nvSpPr>
          <p:cNvPr id="667" name="Double-click to edit"/>
          <p:cNvSpPr txBox="1">
            <a:spLocks noGrp="1"/>
          </p:cNvSpPr>
          <p:nvPr>
            <p:ph type="body" sz="half" idx="1"/>
          </p:nvPr>
        </p:nvSpPr>
        <p:spPr>
          <a:xfrm>
            <a:off x="6331692" y="5965598"/>
            <a:ext cx="15609094" cy="712979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37" y="4880234"/>
            <a:ext cx="20972090" cy="7248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BPTT: Example for t=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BPTT: Example for t=3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1" name="Double-click to edit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51734" y="3200805"/>
                <a:ext cx="6543467" cy="1008544"/>
              </a:xfrm>
              <a:prstGeom prst="rect">
                <a:avLst/>
              </a:prstGeom>
            </p:spPr>
            <p:txBody>
              <a:bodyPr/>
              <a:lstStyle>
                <a:lvl1pPr marL="0" indent="0">
                  <a:buSzTx/>
                  <a:buNone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1" name="Double-click to edi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51734" y="3200805"/>
                <a:ext cx="6543467" cy="10085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2" name="Rectangle"/>
              <p:cNvSpPr txBox="1"/>
              <p:nvPr/>
            </p:nvSpPr>
            <p:spPr>
              <a:xfrm>
                <a:off x="4351734" y="3998756"/>
                <a:ext cx="6286375" cy="84063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2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3998756"/>
                <a:ext cx="6286375" cy="840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3" name="Rectangle"/>
              <p:cNvSpPr txBox="1"/>
              <p:nvPr/>
            </p:nvSpPr>
            <p:spPr>
              <a:xfrm>
                <a:off x="4351734" y="4659846"/>
                <a:ext cx="6005994" cy="8095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3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4659846"/>
                <a:ext cx="6005994" cy="809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4" name="Rectangle"/>
              <p:cNvSpPr txBox="1"/>
              <p:nvPr/>
            </p:nvSpPr>
            <p:spPr>
              <a:xfrm>
                <a:off x="4351734" y="5444863"/>
                <a:ext cx="6543467" cy="10071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4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5444863"/>
                <a:ext cx="6543467" cy="10071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5" name="You should know how to compute:"/>
              <p:cNvSpPr txBox="1"/>
              <p:nvPr/>
            </p:nvSpPr>
            <p:spPr>
              <a:xfrm>
                <a:off x="4337413" y="6547098"/>
                <a:ext cx="10373870" cy="12756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You should know how to compute: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/>
              </a:p>
            </p:txBody>
          </p:sp>
        </mc:Choice>
        <mc:Fallback>
          <p:sp>
            <p:nvSpPr>
              <p:cNvPr id="675" name="You should know how to compute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3" y="6547098"/>
                <a:ext cx="10373870" cy="1275614"/>
              </a:xfrm>
              <a:prstGeom prst="rect">
                <a:avLst/>
              </a:prstGeom>
              <a:blipFill>
                <a:blip r:embed="rId6"/>
                <a:stretch>
                  <a:fillRect l="-170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6" name="Rectangle"/>
              <p:cNvSpPr txBox="1"/>
              <p:nvPr/>
            </p:nvSpPr>
            <p:spPr>
              <a:xfrm>
                <a:off x="4337413" y="7798529"/>
                <a:ext cx="13897557" cy="208188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45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6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3" y="7798529"/>
                <a:ext cx="13897557" cy="20818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7" name="Rectangle"/>
              <p:cNvSpPr txBox="1"/>
              <p:nvPr/>
            </p:nvSpPr>
            <p:spPr>
              <a:xfrm>
                <a:off x="7809490" y="10192967"/>
                <a:ext cx="10993702" cy="29915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46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limUpp>
                        <m:limUpp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7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490" y="10192967"/>
                <a:ext cx="10993702" cy="29915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8" name="Group"/>
          <p:cNvSpPr/>
          <p:nvPr/>
        </p:nvSpPr>
        <p:spPr>
          <a:xfrm>
            <a:off x="7658298" y="10342874"/>
            <a:ext cx="11296086" cy="2691748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9" name="If   and   are far away, the gradients are likely to grow/shrink exponentially (called the exploding or vanishing gradient problem)"/>
              <p:cNvSpPr txBox="1"/>
              <p:nvPr/>
            </p:nvSpPr>
            <p:spPr>
              <a:xfrm>
                <a:off x="14065040" y="3527313"/>
                <a:ext cx="8971157" cy="30746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 defTabSz="457200">
                  <a:lnSpc>
                    <a:spcPct val="117999"/>
                  </a:lnSpc>
                  <a:defRPr sz="4100"/>
                </a:pPr>
                <a:r>
                  <a:t>If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 are far away, the gradients are likely to grow/shrink exponentially (called the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exploding or vanishing gradient</a:t>
                </a:r>
                <a:r>
                  <a:t> problem) </a:t>
                </a:r>
              </a:p>
            </p:txBody>
          </p:sp>
        </mc:Choice>
        <mc:Fallback>
          <p:sp>
            <p:nvSpPr>
              <p:cNvPr id="679" name="If   and   are far away, the gradients are likely to grow/shrink exponentially (called the exploding or vanishing gradient problem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5040" y="3527313"/>
                <a:ext cx="8971157" cy="3074650"/>
              </a:xfrm>
              <a:prstGeom prst="rect">
                <a:avLst/>
              </a:prstGeom>
              <a:blipFill>
                <a:blip r:embed="rId9"/>
                <a:stretch>
                  <a:fillRect l="-2717" r="-1902" b="-91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" name="Equation"/>
              <p:cNvSpPr txBox="1"/>
              <p:nvPr/>
            </p:nvSpPr>
            <p:spPr>
              <a:xfrm>
                <a:off x="587619" y="1075884"/>
                <a:ext cx="4608397" cy="15914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p>
                            <m:sSup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p>
                            <m:sSup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sz="4500"/>
              </a:p>
            </p:txBody>
          </p:sp>
        </mc:Choice>
        <mc:Fallback>
          <p:sp>
            <p:nvSpPr>
              <p:cNvPr id="6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19" y="1075884"/>
                <a:ext cx="4608397" cy="15914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" name="Equation"/>
              <p:cNvSpPr txBox="1"/>
              <p:nvPr/>
            </p:nvSpPr>
            <p:spPr>
              <a:xfrm>
                <a:off x="1106360" y="3140895"/>
                <a:ext cx="2046555" cy="7315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5200"/>
              </a:p>
            </p:txBody>
          </p:sp>
        </mc:Choice>
        <mc:Fallback>
          <p:sp>
            <p:nvSpPr>
              <p:cNvPr id="68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360" y="3140895"/>
                <a:ext cx="2046555" cy="731572"/>
              </a:xfrm>
              <a:prstGeom prst="rect">
                <a:avLst/>
              </a:prstGeom>
              <a:blipFill>
                <a:blip r:embed="rId11"/>
                <a:stretch>
                  <a:fillRect r="-13393" b="-11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" grpId="0" animBg="1" advAuto="0"/>
      <p:bldP spid="676" grpId="0" animBg="1" advAuto="0"/>
      <p:bldP spid="677" grpId="0" animBg="1" advAuto="0"/>
      <p:bldP spid="678" grpId="0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Vanishing/exploding gradi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Vanishing/exploding gradients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4" name="Consider the gradient of   at step  , with respect to the hidden state   at some previous step   ( )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440564" y="3218421"/>
                <a:ext cx="14385201" cy="1870377"/>
              </a:xfrm>
              <a:prstGeom prst="rect">
                <a:avLst/>
              </a:prstGeom>
            </p:spPr>
            <p:txBody>
              <a:bodyPr/>
              <a:lstStyle/>
              <a:p>
                <a:pPr marL="604519" indent="-604519">
                  <a:defRPr sz="3400"/>
                </a:pPr>
                <a:r>
                  <a:t>Consider the gradient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at step 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, with respect to the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at some previous step 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(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):</a:t>
                </a:r>
                <a:endParaRPr sz="3500"/>
              </a:p>
            </p:txBody>
          </p:sp>
        </mc:Choice>
        <mc:Fallback>
          <p:sp>
            <p:nvSpPr>
              <p:cNvPr id="684" name="Consider the gradient of   at step  , with respect to the hidden state   at some previous step   ( )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440564" y="3218421"/>
                <a:ext cx="14385201" cy="1870377"/>
              </a:xfrm>
              <a:prstGeom prst="rect">
                <a:avLst/>
              </a:prstGeom>
              <a:blipFill>
                <a:blip r:embed="rId2"/>
                <a:stretch>
                  <a:fillRect l="-1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5" name="Equation"/>
              <p:cNvSpPr txBox="1"/>
              <p:nvPr/>
            </p:nvSpPr>
            <p:spPr>
              <a:xfrm>
                <a:off x="6059407" y="5350066"/>
                <a:ext cx="4226929" cy="161811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6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407" y="5350066"/>
                <a:ext cx="4226929" cy="1618111"/>
              </a:xfrm>
              <a:prstGeom prst="rect">
                <a:avLst/>
              </a:prstGeom>
              <a:blipFill>
                <a:blip r:embed="rId3"/>
                <a:stretch>
                  <a:fillRect l="-144" r="-808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" name="(advanced)"/>
          <p:cNvSpPr txBox="1"/>
          <p:nvPr/>
        </p:nvSpPr>
        <p:spPr>
          <a:xfrm>
            <a:off x="15647489" y="961806"/>
            <a:ext cx="2276769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624363">
              <a:spcBef>
                <a:spcPts val="1000"/>
              </a:spcBef>
              <a:defRPr sz="2888" b="1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(advanced)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7" name="(Pascanu et al, 2013) showed that if the largest eigenvalue of   is less than 1   for  , then the gradient will shrink exponentially. This problem is called vanishing gradients."/>
              <p:cNvSpPr txBox="1"/>
              <p:nvPr/>
            </p:nvSpPr>
            <p:spPr>
              <a:xfrm>
                <a:off x="4427811" y="8533073"/>
                <a:ext cx="15824098" cy="226235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marL="604519" indent="-604519" algn="l">
                  <a:spcBef>
                    <a:spcPts val="1400"/>
                  </a:spcBef>
                  <a:buSzPct val="145000"/>
                  <a:buChar char="•"/>
                  <a:defRPr sz="34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(Pascanu et al, 2013) showed that if the largest eigenvalue of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is less than 1   for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t>, then the gradient will shrink exponentially. This problem is called </a:t>
                </a:r>
                <a:r>
                  <a:rPr b="1"/>
                  <a:t>vanishing gradients</a:t>
                </a:r>
                <a:r>
                  <a:t>.</a:t>
                </a:r>
              </a:p>
            </p:txBody>
          </p:sp>
        </mc:Choice>
        <mc:Fallback>
          <p:sp>
            <p:nvSpPr>
              <p:cNvPr id="687" name="(Pascanu et al, 2013) showed that if the largest eigenvalue of   is less than 1   for  , then the gradient will shrink exponentially. This problem is called vanishing gradients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811" y="8533073"/>
                <a:ext cx="15824098" cy="2262353"/>
              </a:xfrm>
              <a:prstGeom prst="rect">
                <a:avLst/>
              </a:prstGeom>
              <a:blipFill>
                <a:blip r:embed="rId4"/>
                <a:stretch>
                  <a:fillRect l="-181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8" name="In contrast, if the gradients are getting too large, it is called exploding gradients."/>
          <p:cNvSpPr txBox="1"/>
          <p:nvPr/>
        </p:nvSpPr>
        <p:spPr>
          <a:xfrm>
            <a:off x="4427811" y="10429486"/>
            <a:ext cx="15824098" cy="2262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4519" indent="-604519" algn="l">
              <a:spcBef>
                <a:spcPts val="1400"/>
              </a:spcBef>
              <a:buSzPct val="145000"/>
              <a:buChar char="•"/>
              <a:defRPr sz="3400">
                <a:latin typeface="Georgia"/>
                <a:ea typeface="Georgia"/>
                <a:cs typeface="Georgia"/>
                <a:sym typeface="Georgia"/>
              </a:defRPr>
            </a:pPr>
            <a:r>
              <a:t>In contrast, if the gradients are getting too large, it is called </a:t>
            </a:r>
            <a:r>
              <a:rPr b="1"/>
              <a:t>exploding gradients</a:t>
            </a:r>
            <a: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9" name="Equation"/>
              <p:cNvSpPr txBox="1"/>
              <p:nvPr/>
            </p:nvSpPr>
            <p:spPr>
              <a:xfrm>
                <a:off x="6904090" y="7123418"/>
                <a:ext cx="8302688" cy="12324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d>
                        <m:d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diag</m:t>
                          </m:r>
                          <m:d>
                            <m:d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  <m:sSub>
                                <m:sSub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  <m:sSub>
                                <m:sSub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</m:d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68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090" y="7123418"/>
                <a:ext cx="8302688" cy="1232436"/>
              </a:xfrm>
              <a:prstGeom prst="rect">
                <a:avLst/>
              </a:prstGeom>
              <a:blipFill>
                <a:blip r:embed="rId5"/>
                <a:stretch>
                  <a:fillRect r="-168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" grpId="0" animBg="1" advAuto="0"/>
      <p:bldP spid="687" grpId="0" animBg="1" advAuto="0"/>
      <p:bldP spid="688" grpId="0" animBg="1" advAuto="0"/>
      <p:bldP spid="689" grpId="0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2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1983</Words>
  <Application>Microsoft Office PowerPoint</Application>
  <PresentationFormat>Custom</PresentationFormat>
  <Paragraphs>308</Paragraphs>
  <Slides>55</Slides>
  <Notes>3</Notes>
  <HiddenSlides>6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Gill Sans</vt:lpstr>
      <vt:lpstr>Helvetica Light</vt:lpstr>
      <vt:lpstr>Helvetica Neue</vt:lpstr>
      <vt:lpstr>Helvetica Neue Light</vt:lpstr>
      <vt:lpstr>Helvetica Neue Thin</vt:lpstr>
      <vt:lpstr>Times Roman</vt:lpstr>
      <vt:lpstr>Arial</vt:lpstr>
      <vt:lpstr>Calibri</vt:lpstr>
      <vt:lpstr>Cambria Math</vt:lpstr>
      <vt:lpstr>Georgia</vt:lpstr>
      <vt:lpstr>White</vt:lpstr>
      <vt:lpstr>CMPT 413/713: Natural Language Processing</vt:lpstr>
      <vt:lpstr>Overview</vt:lpstr>
      <vt:lpstr>What are recurrent neural networks?</vt:lpstr>
      <vt:lpstr>Recurrent neural networks (RNNs)</vt:lpstr>
      <vt:lpstr>Recurrent neural networks (RNNs)</vt:lpstr>
      <vt:lpstr>RNNs vs Feedforward NNs</vt:lpstr>
      <vt:lpstr>Recurrent neural networks (RNNs)</vt:lpstr>
      <vt:lpstr>RNNs for Language Modeling</vt:lpstr>
      <vt:lpstr>Recall: Language Models</vt:lpstr>
      <vt:lpstr>Issues with traditional n-grams</vt:lpstr>
      <vt:lpstr>Issues with traditional n-grams</vt:lpstr>
      <vt:lpstr>Feedforward Neural Language Model</vt:lpstr>
      <vt:lpstr>Feedforward Neural Language Model</vt:lpstr>
      <vt:lpstr>Issues with fixed-window neural LM</vt:lpstr>
      <vt:lpstr>Language Modeling</vt:lpstr>
      <vt:lpstr>Simple RNNs</vt:lpstr>
      <vt:lpstr>Recurrent neural networks (RNNs)</vt:lpstr>
      <vt:lpstr>Why variable-length?</vt:lpstr>
      <vt:lpstr>Recurrent Neural Language Models</vt:lpstr>
      <vt:lpstr>Components of RNN cells</vt:lpstr>
      <vt:lpstr>Unrolling the RNN</vt:lpstr>
      <vt:lpstr>Types of sequence processing problems</vt:lpstr>
      <vt:lpstr>Simple (vanilla) RNNs</vt:lpstr>
      <vt:lpstr>RNN Language Model</vt:lpstr>
      <vt:lpstr>RNNs: pros and cons</vt:lpstr>
      <vt:lpstr>Progress on language models</vt:lpstr>
      <vt:lpstr>Progress on language models</vt:lpstr>
      <vt:lpstr>Recurrent Neural Language Models (RNNLMs)</vt:lpstr>
      <vt:lpstr>Training the RNN</vt:lpstr>
      <vt:lpstr>Training an RNN Language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an RNN language Model</vt:lpstr>
      <vt:lpstr>PowerPoint Presentation</vt:lpstr>
      <vt:lpstr>What is the running time of  a forward pass?</vt:lpstr>
      <vt:lpstr>Training RNLLMs</vt:lpstr>
      <vt:lpstr>RNN Computation Graph</vt:lpstr>
      <vt:lpstr>RNN Computation Graph</vt:lpstr>
      <vt:lpstr>RNN Computation Graph</vt:lpstr>
      <vt:lpstr>RNN Computation Graph</vt:lpstr>
      <vt:lpstr>RNN Computation Graph</vt:lpstr>
      <vt:lpstr>RNN Computation Graph</vt:lpstr>
      <vt:lpstr>PowerPoint Presentation</vt:lpstr>
      <vt:lpstr>Training RNNLMs</vt:lpstr>
      <vt:lpstr>Backpropagation through time</vt:lpstr>
      <vt:lpstr>Truncated backpropagation through time</vt:lpstr>
      <vt:lpstr>Let’s consider the gradient wrt the weight matrix</vt:lpstr>
      <vt:lpstr>Recall: Gradient sum at branches</vt:lpstr>
      <vt:lpstr>Recall: Gradient sum at branches</vt:lpstr>
      <vt:lpstr>BPTT: Example for t=3</vt:lpstr>
      <vt:lpstr>Vanishing/exploding gradients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Peng</dc:creator>
  <cp:lastModifiedBy>Richard Peng</cp:lastModifiedBy>
  <cp:revision>1</cp:revision>
  <dcterms:modified xsi:type="dcterms:W3CDTF">2026-10-16T07:06:16Z</dcterms:modified>
</cp:coreProperties>
</file>